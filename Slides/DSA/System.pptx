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339" r:id="rId3"/>
    <p:sldId id="340" r:id="rId4"/>
    <p:sldId id="341" r:id="rId5"/>
    <p:sldId id="333" r:id="rId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68" roundtripDataSignature="AMtx7mjHxJftHCyAAjyyrAmXNYBBSdUIr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8A6CBEA-6DCC-437A-83FF-FC74A158C457}" v="3" dt="2026-04-02T05:10:57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57" autoAdjust="0"/>
    <p:restoredTop sz="94660"/>
  </p:normalViewPr>
  <p:slideViewPr>
    <p:cSldViewPr snapToGrid="0">
      <p:cViewPr varScale="1">
        <p:scale>
          <a:sx n="118" d="100"/>
          <a:sy n="118" d="100"/>
        </p:scale>
        <p:origin x="630" y="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2" Type="http://schemas.openxmlformats.org/officeDocument/2006/relationships/tableStyles" Target="tableStyles.xml"/><Relationship Id="rId3" Type="http://schemas.openxmlformats.org/officeDocument/2006/relationships/slide" Target="slides/slide2.xml"/><Relationship Id="rId68" Type="http://customschemas.google.com/relationships/presentationmetadata" Target="metadata"/><Relationship Id="rId7" Type="http://schemas.openxmlformats.org/officeDocument/2006/relationships/notesMaster" Target="notesMasters/notesMaster1.xml"/><Relationship Id="rId71" Type="http://schemas.openxmlformats.org/officeDocument/2006/relationships/theme" Target="theme/theme1.xml"/><Relationship Id="rId2" Type="http://schemas.openxmlformats.org/officeDocument/2006/relationships/slide" Target="slides/slide1.xml"/><Relationship Id="rId7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73" Type="http://schemas.microsoft.com/office/2016/11/relationships/changesInfo" Target="changesInfos/changesInfo1.xml"/><Relationship Id="rId4" Type="http://schemas.openxmlformats.org/officeDocument/2006/relationships/slide" Target="slides/slide3.xml"/><Relationship Id="rId69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iranjeevi Yarra" userId="5ab1008c-8959-486f-a823-92244560f919" providerId="ADAL" clId="{6F8761E1-FCFC-4606-A129-F011CAB9EA5E}"/>
    <pc:docChg chg="undo custSel addSld delSld modSld">
      <pc:chgData name="Chiranjeevi Yarra" userId="5ab1008c-8959-486f-a823-92244560f919" providerId="ADAL" clId="{6F8761E1-FCFC-4606-A129-F011CAB9EA5E}" dt="2026-04-02T05:12:06.191" v="1525" actId="1076"/>
      <pc:docMkLst>
        <pc:docMk/>
      </pc:docMkLst>
      <pc:sldChg chg="modSp mod">
        <pc:chgData name="Chiranjeevi Yarra" userId="5ab1008c-8959-486f-a823-92244560f919" providerId="ADAL" clId="{6F8761E1-FCFC-4606-A129-F011CAB9EA5E}" dt="2026-04-02T05:04:01.514" v="1412" actId="20577"/>
        <pc:sldMkLst>
          <pc:docMk/>
          <pc:sldMk cId="0" sldId="256"/>
        </pc:sldMkLst>
        <pc:spChg chg="mod">
          <ac:chgData name="Chiranjeevi Yarra" userId="5ab1008c-8959-486f-a823-92244560f919" providerId="ADAL" clId="{6F8761E1-FCFC-4606-A129-F011CAB9EA5E}" dt="2026-04-02T05:04:01.514" v="1412" actId="20577"/>
          <ac:spMkLst>
            <pc:docMk/>
            <pc:sldMk cId="0" sldId="256"/>
            <ac:spMk id="82" creationId="{00000000-0000-0000-0000-000000000000}"/>
          </ac:spMkLst>
        </pc:spChg>
      </pc:sldChg>
      <pc:sldChg chg="del">
        <pc:chgData name="Chiranjeevi Yarra" userId="5ab1008c-8959-486f-a823-92244560f919" providerId="ADAL" clId="{6F8761E1-FCFC-4606-A129-F011CAB9EA5E}" dt="2026-04-02T05:04:08.851" v="1414" actId="47"/>
        <pc:sldMkLst>
          <pc:docMk/>
          <pc:sldMk cId="208846805" sldId="320"/>
        </pc:sldMkLst>
      </pc:sldChg>
      <pc:sldChg chg="del">
        <pc:chgData name="Chiranjeevi Yarra" userId="5ab1008c-8959-486f-a823-92244560f919" providerId="ADAL" clId="{6F8761E1-FCFC-4606-A129-F011CAB9EA5E}" dt="2026-04-02T05:04:08.093" v="1413" actId="47"/>
        <pc:sldMkLst>
          <pc:docMk/>
          <pc:sldMk cId="2963404502" sldId="334"/>
        </pc:sldMkLst>
      </pc:sldChg>
      <pc:sldChg chg="del">
        <pc:chgData name="Chiranjeevi Yarra" userId="5ab1008c-8959-486f-a823-92244560f919" providerId="ADAL" clId="{6F8761E1-FCFC-4606-A129-F011CAB9EA5E}" dt="2026-04-02T05:04:10.551" v="1415" actId="47"/>
        <pc:sldMkLst>
          <pc:docMk/>
          <pc:sldMk cId="342082252" sldId="336"/>
        </pc:sldMkLst>
      </pc:sldChg>
      <pc:sldChg chg="del">
        <pc:chgData name="Chiranjeevi Yarra" userId="5ab1008c-8959-486f-a823-92244560f919" providerId="ADAL" clId="{6F8761E1-FCFC-4606-A129-F011CAB9EA5E}" dt="2026-04-02T05:06:10.865" v="1456" actId="47"/>
        <pc:sldMkLst>
          <pc:docMk/>
          <pc:sldMk cId="2439539274" sldId="338"/>
        </pc:sldMkLst>
      </pc:sldChg>
      <pc:sldChg chg="addSp delSp modSp mod modAnim">
        <pc:chgData name="Chiranjeevi Yarra" userId="5ab1008c-8959-486f-a823-92244560f919" providerId="ADAL" clId="{6F8761E1-FCFC-4606-A129-F011CAB9EA5E}" dt="2026-04-02T05:06:03.575" v="1454" actId="1076"/>
        <pc:sldMkLst>
          <pc:docMk/>
          <pc:sldMk cId="464065978" sldId="339"/>
        </pc:sldMkLst>
        <pc:spChg chg="del">
          <ac:chgData name="Chiranjeevi Yarra" userId="5ab1008c-8959-486f-a823-92244560f919" providerId="ADAL" clId="{6F8761E1-FCFC-4606-A129-F011CAB9EA5E}" dt="2026-04-02T05:04:45.031" v="1444" actId="478"/>
          <ac:spMkLst>
            <pc:docMk/>
            <pc:sldMk cId="464065978" sldId="339"/>
            <ac:spMk id="2" creationId="{CDCAD80B-A12F-C090-8358-72116DDCE84A}"/>
          </ac:spMkLst>
        </pc:spChg>
        <pc:spChg chg="mod">
          <ac:chgData name="Chiranjeevi Yarra" userId="5ab1008c-8959-486f-a823-92244560f919" providerId="ADAL" clId="{6F8761E1-FCFC-4606-A129-F011CAB9EA5E}" dt="2026-04-02T05:04:41.078" v="1443" actId="20577"/>
          <ac:spMkLst>
            <pc:docMk/>
            <pc:sldMk cId="464065978" sldId="339"/>
            <ac:spMk id="12" creationId="{983E4103-0896-B738-325F-57C63CD60B01}"/>
          </ac:spMkLst>
        </pc:spChg>
        <pc:picChg chg="add del mod">
          <ac:chgData name="Chiranjeevi Yarra" userId="5ab1008c-8959-486f-a823-92244560f919" providerId="ADAL" clId="{6F8761E1-FCFC-4606-A129-F011CAB9EA5E}" dt="2026-04-02T05:05:23.487" v="1450" actId="478"/>
          <ac:picMkLst>
            <pc:docMk/>
            <pc:sldMk cId="464065978" sldId="339"/>
            <ac:picMk id="4" creationId="{9F1B4A4E-1AAB-DD41-B6C4-C6536226AA98}"/>
          </ac:picMkLst>
        </pc:picChg>
        <pc:picChg chg="add mod">
          <ac:chgData name="Chiranjeevi Yarra" userId="5ab1008c-8959-486f-a823-92244560f919" providerId="ADAL" clId="{6F8761E1-FCFC-4606-A129-F011CAB9EA5E}" dt="2026-04-02T05:05:48.694" v="1452" actId="1076"/>
          <ac:picMkLst>
            <pc:docMk/>
            <pc:sldMk cId="464065978" sldId="339"/>
            <ac:picMk id="6" creationId="{D673DF56-F6E9-C7D9-8A8B-B8990BF1521E}"/>
          </ac:picMkLst>
        </pc:picChg>
        <pc:picChg chg="add mod">
          <ac:chgData name="Chiranjeevi Yarra" userId="5ab1008c-8959-486f-a823-92244560f919" providerId="ADAL" clId="{6F8761E1-FCFC-4606-A129-F011CAB9EA5E}" dt="2026-04-02T05:06:03.575" v="1454" actId="1076"/>
          <ac:picMkLst>
            <pc:docMk/>
            <pc:sldMk cId="464065978" sldId="339"/>
            <ac:picMk id="7" creationId="{FF6D1F7D-7876-8FBA-358C-399C9C91FB7A}"/>
          </ac:picMkLst>
        </pc:picChg>
      </pc:sldChg>
      <pc:sldChg chg="addSp delSp modSp add mod">
        <pc:chgData name="Chiranjeevi Yarra" userId="5ab1008c-8959-486f-a823-92244560f919" providerId="ADAL" clId="{6F8761E1-FCFC-4606-A129-F011CAB9EA5E}" dt="2026-04-02T05:06:49.222" v="1490" actId="1076"/>
        <pc:sldMkLst>
          <pc:docMk/>
          <pc:sldMk cId="3175388634" sldId="340"/>
        </pc:sldMkLst>
        <pc:spChg chg="mod">
          <ac:chgData name="Chiranjeevi Yarra" userId="5ab1008c-8959-486f-a823-92244560f919" providerId="ADAL" clId="{6F8761E1-FCFC-4606-A129-F011CAB9EA5E}" dt="2026-04-02T05:06:24.610" v="1486" actId="20577"/>
          <ac:spMkLst>
            <pc:docMk/>
            <pc:sldMk cId="3175388634" sldId="340"/>
            <ac:spMk id="12" creationId="{6744B10E-9B3A-88E8-2773-56010ABAE740}"/>
          </ac:spMkLst>
        </pc:spChg>
        <pc:picChg chg="add mod">
          <ac:chgData name="Chiranjeevi Yarra" userId="5ab1008c-8959-486f-a823-92244560f919" providerId="ADAL" clId="{6F8761E1-FCFC-4606-A129-F011CAB9EA5E}" dt="2026-04-02T05:06:49.222" v="1490" actId="1076"/>
          <ac:picMkLst>
            <pc:docMk/>
            <pc:sldMk cId="3175388634" sldId="340"/>
            <ac:picMk id="3" creationId="{4BC0C414-53EE-94F3-8182-EE560133796B}"/>
          </ac:picMkLst>
        </pc:picChg>
        <pc:picChg chg="del">
          <ac:chgData name="Chiranjeevi Yarra" userId="5ab1008c-8959-486f-a823-92244560f919" providerId="ADAL" clId="{6F8761E1-FCFC-4606-A129-F011CAB9EA5E}" dt="2026-04-02T05:06:28.903" v="1487" actId="478"/>
          <ac:picMkLst>
            <pc:docMk/>
            <pc:sldMk cId="3175388634" sldId="340"/>
            <ac:picMk id="6" creationId="{4F9BCB54-F80F-EA6D-B9B4-08497F4FF775}"/>
          </ac:picMkLst>
        </pc:picChg>
      </pc:sldChg>
      <pc:sldChg chg="addSp delSp modSp add mod delAnim">
        <pc:chgData name="Chiranjeevi Yarra" userId="5ab1008c-8959-486f-a823-92244560f919" providerId="ADAL" clId="{6F8761E1-FCFC-4606-A129-F011CAB9EA5E}" dt="2026-04-02T05:12:06.191" v="1525" actId="1076"/>
        <pc:sldMkLst>
          <pc:docMk/>
          <pc:sldMk cId="993275907" sldId="341"/>
        </pc:sldMkLst>
        <pc:spChg chg="mod">
          <ac:chgData name="Chiranjeevi Yarra" userId="5ab1008c-8959-486f-a823-92244560f919" providerId="ADAL" clId="{6F8761E1-FCFC-4606-A129-F011CAB9EA5E}" dt="2026-04-02T05:11:07.818" v="1514" actId="20577"/>
          <ac:spMkLst>
            <pc:docMk/>
            <pc:sldMk cId="993275907" sldId="341"/>
            <ac:spMk id="12" creationId="{57EFBE55-207C-60DD-E411-10721E54572C}"/>
          </ac:spMkLst>
        </pc:spChg>
        <pc:picChg chg="del">
          <ac:chgData name="Chiranjeevi Yarra" userId="5ab1008c-8959-486f-a823-92244560f919" providerId="ADAL" clId="{6F8761E1-FCFC-4606-A129-F011CAB9EA5E}" dt="2026-04-02T05:11:11.081" v="1516" actId="478"/>
          <ac:picMkLst>
            <pc:docMk/>
            <pc:sldMk cId="993275907" sldId="341"/>
            <ac:picMk id="3" creationId="{C4A305AD-C222-9D99-3F62-58566F187A74}"/>
          </ac:picMkLst>
        </pc:picChg>
        <pc:picChg chg="add mod">
          <ac:chgData name="Chiranjeevi Yarra" userId="5ab1008c-8959-486f-a823-92244560f919" providerId="ADAL" clId="{6F8761E1-FCFC-4606-A129-F011CAB9EA5E}" dt="2026-04-02T05:12:04.599" v="1524" actId="1076"/>
          <ac:picMkLst>
            <pc:docMk/>
            <pc:sldMk cId="993275907" sldId="341"/>
            <ac:picMk id="4" creationId="{9B4760FA-E342-1ABC-008A-27A4FFA11359}"/>
          </ac:picMkLst>
        </pc:picChg>
        <pc:picChg chg="add mod">
          <ac:chgData name="Chiranjeevi Yarra" userId="5ab1008c-8959-486f-a823-92244560f919" providerId="ADAL" clId="{6F8761E1-FCFC-4606-A129-F011CAB9EA5E}" dt="2026-04-02T05:12:06.191" v="1525" actId="1076"/>
          <ac:picMkLst>
            <pc:docMk/>
            <pc:sldMk cId="993275907" sldId="341"/>
            <ac:picMk id="6" creationId="{A6288A33-CC9C-F5F8-D003-DA716F8C2199}"/>
          </ac:picMkLst>
        </pc:picChg>
        <pc:picChg chg="del">
          <ac:chgData name="Chiranjeevi Yarra" userId="5ab1008c-8959-486f-a823-92244560f919" providerId="ADAL" clId="{6F8761E1-FCFC-4606-A129-F011CAB9EA5E}" dt="2026-04-02T05:11:10.101" v="1515" actId="478"/>
          <ac:picMkLst>
            <pc:docMk/>
            <pc:sldMk cId="993275907" sldId="341"/>
            <ac:picMk id="7" creationId="{0DC2A636-7E24-3CD0-2002-B3DA5F44BC3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0" name="Google Shape;10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 b="0" i="0" u="none" strike="noStrike" cap="non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8" name="Google Shape;28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2" name="Google Shape;3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4" name="Google Shape;44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1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1" name="Google Shape;61;p1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oogle Shape;6;p4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4"/>
          <p:cNvSpPr txBox="1"/>
          <p:nvPr/>
        </p:nvSpPr>
        <p:spPr>
          <a:xfrm>
            <a:off x="11290300" y="6365536"/>
            <a:ext cx="787400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400" b="0" i="0" u="none" strike="noStrike" cap="non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400" b="0" i="0" u="none" strike="noStrike" cap="none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1.wav"/><Relationship Id="rId1" Type="http://schemas.microsoft.com/office/2007/relationships/media" Target="../media/media1.wav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983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"/>
          <p:cNvSpPr txBox="1"/>
          <p:nvPr/>
        </p:nvSpPr>
        <p:spPr>
          <a:xfrm>
            <a:off x="969939" y="3287845"/>
            <a:ext cx="9800560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Discrete Time System?</a:t>
            </a:r>
            <a:endParaRPr sz="4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1"/>
          <p:cNvSpPr txBox="1"/>
          <p:nvPr/>
        </p:nvSpPr>
        <p:spPr>
          <a:xfrm>
            <a:off x="1054665" y="4291943"/>
            <a:ext cx="2590800" cy="369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Chiranjeevi Yarra</a:t>
            </a:r>
          </a:p>
        </p:txBody>
      </p:sp>
      <p:sp>
        <p:nvSpPr>
          <p:cNvPr id="84" name="Google Shape;84;p1"/>
          <p:cNvSpPr txBox="1"/>
          <p:nvPr/>
        </p:nvSpPr>
        <p:spPr>
          <a:xfrm>
            <a:off x="10995497" y="6475910"/>
            <a:ext cx="2590800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20 / 02/ 2026</a:t>
            </a:r>
            <a:endParaRPr sz="1200" dirty="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BE91EF-579A-869D-C037-0342A3072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983E4103-0896-B738-325F-57C63CD60B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Let’s understand the signal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673DF56-F6E9-C7D9-8A8B-B8990BF15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3051922"/>
            <a:ext cx="12192000" cy="3036109"/>
          </a:xfrm>
          <a:prstGeom prst="rect">
            <a:avLst/>
          </a:prstGeom>
        </p:spPr>
      </p:pic>
      <p:pic>
        <p:nvPicPr>
          <p:cNvPr id="7" name="toneWithHfNoise">
            <a:hlinkClick r:id="" action="ppaction://media"/>
            <a:extLst>
              <a:ext uri="{FF2B5EF4-FFF2-40B4-BE49-F238E27FC236}">
                <a16:creationId xmlns:a16="http://schemas.microsoft.com/office/drawing/2014/main" id="{FF6D1F7D-7876-8FBA-358C-399C9C91FB7A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5894065" y="1977519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0659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8C079-5C7D-B147-6FA5-C4694246F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6744B10E-9B3A-88E8-2773-56010ABAE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Let’s plot magnitude of DFT</a:t>
            </a:r>
          </a:p>
        </p:txBody>
      </p:sp>
      <p:pic>
        <p:nvPicPr>
          <p:cNvPr id="7" name="toneWithHfNoise">
            <a:hlinkClick r:id="" action="ppaction://media"/>
            <a:extLst>
              <a:ext uri="{FF2B5EF4-FFF2-40B4-BE49-F238E27FC236}">
                <a16:creationId xmlns:a16="http://schemas.microsoft.com/office/drawing/2014/main" id="{114863E2-7C0C-38DE-0759-5C142A16046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5894065" y="1977519"/>
            <a:ext cx="609600" cy="6096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BC0C414-53EE-94F3-8182-EE560133796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072951"/>
            <a:ext cx="12192000" cy="3022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53886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7"/>
                </p:tgtEl>
              </p:cMediaNode>
            </p:audi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22DA4-1B9F-B881-2D75-F59247F71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>
            <a:extLst>
              <a:ext uri="{FF2B5EF4-FFF2-40B4-BE49-F238E27FC236}">
                <a16:creationId xmlns:a16="http://schemas.microsoft.com/office/drawing/2014/main" id="{57EFBE55-207C-60DD-E411-10721E5457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24043"/>
            <a:ext cx="10515600" cy="795953"/>
          </a:xfrm>
        </p:spPr>
        <p:txBody>
          <a:bodyPr/>
          <a:lstStyle/>
          <a:p>
            <a:r>
              <a:rPr lang="en-IN" sz="4000" dirty="0"/>
              <a:t>Same with images also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4760FA-E342-1ABC-008A-27A4FFA113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912" y="1958271"/>
            <a:ext cx="4412057" cy="44187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288A33-CC9C-F5F8-D003-DA716F8C2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90315" y="1958270"/>
            <a:ext cx="4418773" cy="4418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2759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8D331-A207-A862-E67E-F95981BA4B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08280D-A05D-3138-34ED-512D07FAA8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BAE2CB-8DF8-6779-A5EE-728A0AA0A8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5366"/>
            <a:ext cx="12197786" cy="6871992"/>
          </a:xfrm>
          <a:prstGeom prst="rect">
            <a:avLst/>
          </a:prstGeom>
        </p:spPr>
      </p:pic>
      <p:sp>
        <p:nvSpPr>
          <p:cNvPr id="5" name="Google Shape;82;p1">
            <a:extLst>
              <a:ext uri="{FF2B5EF4-FFF2-40B4-BE49-F238E27FC236}">
                <a16:creationId xmlns:a16="http://schemas.microsoft.com/office/drawing/2014/main" id="{D364B027-C16C-21D6-B7A0-B21D26A610FC}"/>
              </a:ext>
            </a:extLst>
          </p:cNvPr>
          <p:cNvSpPr txBox="1"/>
          <p:nvPr/>
        </p:nvSpPr>
        <p:spPr>
          <a:xfrm>
            <a:off x="3595161" y="2924049"/>
            <a:ext cx="5272392" cy="7694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400" b="1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sz="4400" b="1" dirty="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53391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7030</TotalTime>
  <Words>26</Words>
  <Application>Microsoft Office PowerPoint</Application>
  <PresentationFormat>Widescreen</PresentationFormat>
  <Paragraphs>7</Paragraphs>
  <Slides>5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Let’s understand the signal</vt:lpstr>
      <vt:lpstr>Let’s plot magnitude of DFT</vt:lpstr>
      <vt:lpstr>Same with images also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Chiranjeevi Yarra</cp:lastModifiedBy>
  <cp:revision>1</cp:revision>
  <dcterms:created xsi:type="dcterms:W3CDTF">2022-08-30T16:15:35Z</dcterms:created>
  <dcterms:modified xsi:type="dcterms:W3CDTF">2026-04-02T05:12:08Z</dcterms:modified>
</cp:coreProperties>
</file>