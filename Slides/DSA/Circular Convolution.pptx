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43" r:id="rId3"/>
    <p:sldId id="344" r:id="rId4"/>
    <p:sldId id="345" r:id="rId5"/>
    <p:sldId id="333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jHxJftHCyAAjyyrAmXNYBBSdUI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6E6C1-1050-4B7E-86A2-2D0E82E75EF7}" v="343" dt="2026-04-13T05:44:31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68" Type="http://customschemas.google.com/relationships/presentationmetadata" Target="metadata"/><Relationship Id="rId7" Type="http://schemas.openxmlformats.org/officeDocument/2006/relationships/notesMaster" Target="notesMasters/notesMaster1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6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jeevi Yarra" userId="5ab1008c-8959-486f-a823-92244560f919" providerId="ADAL" clId="{6F8761E1-FCFC-4606-A129-F011CAB9EA5E}"/>
    <pc:docChg chg="undo custSel addSld delSld modSld sldOrd">
      <pc:chgData name="Chiranjeevi Yarra" userId="5ab1008c-8959-486f-a823-92244560f919" providerId="ADAL" clId="{6F8761E1-FCFC-4606-A129-F011CAB9EA5E}" dt="2026-04-13T09:20:37.122" v="2159" actId="20577"/>
      <pc:docMkLst>
        <pc:docMk/>
      </pc:docMkLst>
      <pc:sldChg chg="modSp mod">
        <pc:chgData name="Chiranjeevi Yarra" userId="5ab1008c-8959-486f-a823-92244560f919" providerId="ADAL" clId="{6F8761E1-FCFC-4606-A129-F011CAB9EA5E}" dt="2026-04-13T05:45:22.915" v="2107" actId="313"/>
        <pc:sldMkLst>
          <pc:docMk/>
          <pc:sldMk cId="0" sldId="256"/>
        </pc:sldMkLst>
        <pc:spChg chg="mod">
          <ac:chgData name="Chiranjeevi Yarra" userId="5ab1008c-8959-486f-a823-92244560f919" providerId="ADAL" clId="{6F8761E1-FCFC-4606-A129-F011CAB9EA5E}" dt="2026-04-13T05:45:22.915" v="2107" actId="313"/>
          <ac:spMkLst>
            <pc:docMk/>
            <pc:sldMk cId="0" sldId="256"/>
            <ac:spMk id="82" creationId="{00000000-0000-0000-0000-000000000000}"/>
          </ac:spMkLst>
        </pc:spChg>
        <pc:spChg chg="mod">
          <ac:chgData name="Chiranjeevi Yarra" userId="5ab1008c-8959-486f-a823-92244560f919" providerId="ADAL" clId="{6F8761E1-FCFC-4606-A129-F011CAB9EA5E}" dt="2026-04-06T07:29:37.704" v="1655" actId="14100"/>
          <ac:spMkLst>
            <pc:docMk/>
            <pc:sldMk cId="0" sldId="256"/>
            <ac:spMk id="84" creationId="{00000000-0000-0000-0000-000000000000}"/>
          </ac:spMkLst>
        </pc:spChg>
      </pc:sldChg>
      <pc:sldChg chg="addSp delSp mod">
        <pc:chgData name="Chiranjeevi Yarra" userId="5ab1008c-8959-486f-a823-92244560f919" providerId="ADAL" clId="{6F8761E1-FCFC-4606-A129-F011CAB9EA5E}" dt="2026-04-06T07:23:33.859" v="1648" actId="478"/>
        <pc:sldMkLst>
          <pc:docMk/>
          <pc:sldMk cId="1953391786" sldId="333"/>
        </pc:sldMkLst>
      </pc:sldChg>
      <pc:sldChg chg="addSp delSp modSp del mod modAnim">
        <pc:chgData name="Chiranjeevi Yarra" userId="5ab1008c-8959-486f-a823-92244560f919" providerId="ADAL" clId="{6F8761E1-FCFC-4606-A129-F011CAB9EA5E}" dt="2026-04-13T05:22:54.488" v="1707" actId="47"/>
        <pc:sldMkLst>
          <pc:docMk/>
          <pc:sldMk cId="464065978" sldId="339"/>
        </pc:sldMkLst>
      </pc:sldChg>
      <pc:sldChg chg="addSp delSp modSp add del mod">
        <pc:chgData name="Chiranjeevi Yarra" userId="5ab1008c-8959-486f-a823-92244560f919" providerId="ADAL" clId="{6F8761E1-FCFC-4606-A129-F011CAB9EA5E}" dt="2026-04-13T05:22:55.096" v="1708" actId="47"/>
        <pc:sldMkLst>
          <pc:docMk/>
          <pc:sldMk cId="3175388634" sldId="340"/>
        </pc:sldMkLst>
      </pc:sldChg>
      <pc:sldChg chg="addSp delSp modSp add del mod ord delAnim">
        <pc:chgData name="Chiranjeevi Yarra" userId="5ab1008c-8959-486f-a823-92244560f919" providerId="ADAL" clId="{6F8761E1-FCFC-4606-A129-F011CAB9EA5E}" dt="2026-04-13T05:22:53.888" v="1706" actId="47"/>
        <pc:sldMkLst>
          <pc:docMk/>
          <pc:sldMk cId="4188147786" sldId="341"/>
        </pc:sldMkLst>
      </pc:sldChg>
      <pc:sldChg chg="addSp delSp modSp add del mod ord">
        <pc:chgData name="Chiranjeevi Yarra" userId="5ab1008c-8959-486f-a823-92244560f919" providerId="ADAL" clId="{6F8761E1-FCFC-4606-A129-F011CAB9EA5E}" dt="2026-04-13T05:39:59.761" v="2006" actId="47"/>
        <pc:sldMkLst>
          <pc:docMk/>
          <pc:sldMk cId="661007647" sldId="342"/>
        </pc:sldMkLst>
      </pc:sldChg>
      <pc:sldChg chg="addSp delSp modSp add mod">
        <pc:chgData name="Chiranjeevi Yarra" userId="5ab1008c-8959-486f-a823-92244560f919" providerId="ADAL" clId="{6F8761E1-FCFC-4606-A129-F011CAB9EA5E}" dt="2026-04-13T05:34:37.101" v="1906" actId="1076"/>
        <pc:sldMkLst>
          <pc:docMk/>
          <pc:sldMk cId="1765430040" sldId="343"/>
        </pc:sldMkLst>
        <pc:spChg chg="add mod">
          <ac:chgData name="Chiranjeevi Yarra" userId="5ab1008c-8959-486f-a823-92244560f919" providerId="ADAL" clId="{6F8761E1-FCFC-4606-A129-F011CAB9EA5E}" dt="2026-04-13T05:27:38.279" v="1736"/>
          <ac:spMkLst>
            <pc:docMk/>
            <pc:sldMk cId="1765430040" sldId="343"/>
            <ac:spMk id="2" creationId="{C093493F-B1BE-99E2-A9E9-23BE173CF486}"/>
          </ac:spMkLst>
        </pc:spChg>
        <pc:spChg chg="add mod">
          <ac:chgData name="Chiranjeevi Yarra" userId="5ab1008c-8959-486f-a823-92244560f919" providerId="ADAL" clId="{6F8761E1-FCFC-4606-A129-F011CAB9EA5E}" dt="2026-04-13T05:34:37.101" v="1906" actId="1076"/>
          <ac:spMkLst>
            <pc:docMk/>
            <pc:sldMk cId="1765430040" sldId="343"/>
            <ac:spMk id="3" creationId="{CC0ED803-4185-A836-9F4C-80DD9FD70086}"/>
          </ac:spMkLst>
        </pc:spChg>
        <pc:spChg chg="mod">
          <ac:chgData name="Chiranjeevi Yarra" userId="5ab1008c-8959-486f-a823-92244560f919" providerId="ADAL" clId="{6F8761E1-FCFC-4606-A129-F011CAB9EA5E}" dt="2026-04-13T05:25:35.630" v="1723" actId="20577"/>
          <ac:spMkLst>
            <pc:docMk/>
            <pc:sldMk cId="1765430040" sldId="343"/>
            <ac:spMk id="12" creationId="{4FAF9580-AA33-7815-95E6-D48339A3FC9C}"/>
          </ac:spMkLst>
        </pc:spChg>
        <pc:picChg chg="del">
          <ac:chgData name="Chiranjeevi Yarra" userId="5ab1008c-8959-486f-a823-92244560f919" providerId="ADAL" clId="{6F8761E1-FCFC-4606-A129-F011CAB9EA5E}" dt="2026-04-13T05:25:27.387" v="1710" actId="478"/>
          <ac:picMkLst>
            <pc:docMk/>
            <pc:sldMk cId="1765430040" sldId="343"/>
            <ac:picMk id="5" creationId="{1C83B88C-F2DA-0C78-891F-BC46BCB74460}"/>
          </ac:picMkLst>
        </pc:picChg>
      </pc:sldChg>
      <pc:sldChg chg="modSp add mod">
        <pc:chgData name="Chiranjeevi Yarra" userId="5ab1008c-8959-486f-a823-92244560f919" providerId="ADAL" clId="{6F8761E1-FCFC-4606-A129-F011CAB9EA5E}" dt="2026-04-13T05:39:52.447" v="2004" actId="1076"/>
        <pc:sldMkLst>
          <pc:docMk/>
          <pc:sldMk cId="2603458567" sldId="344"/>
        </pc:sldMkLst>
        <pc:spChg chg="mod">
          <ac:chgData name="Chiranjeevi Yarra" userId="5ab1008c-8959-486f-a823-92244560f919" providerId="ADAL" clId="{6F8761E1-FCFC-4606-A129-F011CAB9EA5E}" dt="2026-04-13T05:39:52.447" v="2004" actId="1076"/>
          <ac:spMkLst>
            <pc:docMk/>
            <pc:sldMk cId="2603458567" sldId="344"/>
            <ac:spMk id="3" creationId="{4A8B3367-F9EA-82F4-8BFA-E7A3CC3E087F}"/>
          </ac:spMkLst>
        </pc:spChg>
        <pc:spChg chg="mod">
          <ac:chgData name="Chiranjeevi Yarra" userId="5ab1008c-8959-486f-a823-92244560f919" providerId="ADAL" clId="{6F8761E1-FCFC-4606-A129-F011CAB9EA5E}" dt="2026-04-13T05:34:52.301" v="1908" actId="6549"/>
          <ac:spMkLst>
            <pc:docMk/>
            <pc:sldMk cId="2603458567" sldId="344"/>
            <ac:spMk id="12" creationId="{DFE27EE8-0CF1-55EA-3ECA-9DEDFDF94040}"/>
          </ac:spMkLst>
        </pc:spChg>
      </pc:sldChg>
      <pc:sldChg chg="addSp modSp add mod">
        <pc:chgData name="Chiranjeevi Yarra" userId="5ab1008c-8959-486f-a823-92244560f919" providerId="ADAL" clId="{6F8761E1-FCFC-4606-A129-F011CAB9EA5E}" dt="2026-04-13T09:20:37.122" v="2159" actId="20577"/>
        <pc:sldMkLst>
          <pc:docMk/>
          <pc:sldMk cId="992795724" sldId="345"/>
        </pc:sldMkLst>
        <pc:spChg chg="mod">
          <ac:chgData name="Chiranjeevi Yarra" userId="5ab1008c-8959-486f-a823-92244560f919" providerId="ADAL" clId="{6F8761E1-FCFC-4606-A129-F011CAB9EA5E}" dt="2026-04-13T05:44:47.481" v="2083" actId="1076"/>
          <ac:spMkLst>
            <pc:docMk/>
            <pc:sldMk cId="992795724" sldId="345"/>
            <ac:spMk id="3" creationId="{95D4D8BA-FA40-1AF1-DD46-D21EDC136995}"/>
          </ac:spMkLst>
        </pc:spChg>
        <pc:spChg chg="add mod">
          <ac:chgData name="Chiranjeevi Yarra" userId="5ab1008c-8959-486f-a823-92244560f919" providerId="ADAL" clId="{6F8761E1-FCFC-4606-A129-F011CAB9EA5E}" dt="2026-04-13T05:44:39.470" v="2081" actId="1076"/>
          <ac:spMkLst>
            <pc:docMk/>
            <pc:sldMk cId="992795724" sldId="345"/>
            <ac:spMk id="4" creationId="{1A1F120E-117E-A881-2774-85A721A51E74}"/>
          </ac:spMkLst>
        </pc:spChg>
        <pc:spChg chg="mod">
          <ac:chgData name="Chiranjeevi Yarra" userId="5ab1008c-8959-486f-a823-92244560f919" providerId="ADAL" clId="{6F8761E1-FCFC-4606-A129-F011CAB9EA5E}" dt="2026-04-13T09:20:37.122" v="2159" actId="20577"/>
          <ac:spMkLst>
            <pc:docMk/>
            <pc:sldMk cId="992795724" sldId="345"/>
            <ac:spMk id="12" creationId="{F47AC2A9-761D-328E-5BC5-B02D524864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34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 txBox="1"/>
          <p:nvPr/>
        </p:nvSpPr>
        <p:spPr>
          <a:xfrm>
            <a:off x="11290300" y="6365536"/>
            <a:ext cx="787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969939" y="3287845"/>
            <a:ext cx="980056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Circular </a:t>
            </a:r>
            <a:r>
              <a:rPr lang="en-IN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054665" y="4291943"/>
            <a:ext cx="2590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Chiranjeevi Yarra</a:t>
            </a:r>
          </a:p>
        </p:txBody>
      </p:sp>
      <p:sp>
        <p:nvSpPr>
          <p:cNvPr id="84" name="Google Shape;84;p1"/>
          <p:cNvSpPr txBox="1"/>
          <p:nvPr/>
        </p:nvSpPr>
        <p:spPr>
          <a:xfrm>
            <a:off x="10995497" y="6475910"/>
            <a:ext cx="11965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06 / 04/ 2026</a:t>
            </a:r>
            <a:endParaRPr sz="1200" dirty="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451AE-0798-96DA-CB20-2661B2EF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FAF9580-AA33-7815-95E6-D48339A3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Matrix multiplication form of circular convolution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93493F-B1BE-99E2-A9E9-23BE173CF486}"/>
              </a:ext>
            </a:extLst>
          </p:cNvPr>
          <p:cNvSpPr txBox="1"/>
          <p:nvPr/>
        </p:nvSpPr>
        <p:spPr>
          <a:xfrm>
            <a:off x="5637475" y="2969812"/>
            <a:ext cx="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0ED803-4185-A836-9F4C-80DD9FD70086}"/>
                  </a:ext>
                </a:extLst>
              </p:cNvPr>
              <p:cNvSpPr txBox="1"/>
              <p:nvPr/>
            </p:nvSpPr>
            <p:spPr>
              <a:xfrm>
                <a:off x="2822714" y="2686072"/>
                <a:ext cx="6287812" cy="1485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𝐷𝐹𝑇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[0]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𝐷𝐹𝑇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𝐷𝐹𝑇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𝐷𝐹𝑇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[0]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[1]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[0]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[1]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[1]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[0]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[1]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[0]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[0]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[1]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0ED803-4185-A836-9F4C-80DD9FD70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714" y="2686072"/>
                <a:ext cx="6287812" cy="14858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43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83E0-EB13-E358-1BB8-6FFDA86B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FE27EE8-0CF1-55EA-3ECA-9DEDFDF9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Matrix multiplication form of convolution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01FBD-AB02-8F1C-C68C-772911FFD70F}"/>
              </a:ext>
            </a:extLst>
          </p:cNvPr>
          <p:cNvSpPr txBox="1"/>
          <p:nvPr/>
        </p:nvSpPr>
        <p:spPr>
          <a:xfrm>
            <a:off x="5637475" y="2969812"/>
            <a:ext cx="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8B3367-F9EA-82F4-8BFA-E7A3CC3E087F}"/>
                  </a:ext>
                </a:extLst>
              </p:cNvPr>
              <p:cNvSpPr txBox="1"/>
              <p:nvPr/>
            </p:nvSpPr>
            <p:spPr>
              <a:xfrm>
                <a:off x="2886305" y="2322161"/>
                <a:ext cx="5502340" cy="26400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𝐷𝑇𝐹𝑇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[0]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𝐹𝑇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𝐹𝑇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𝐹𝑇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</m:eqAr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[0]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[1]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8B3367-F9EA-82F4-8BFA-E7A3CC3E0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305" y="2322161"/>
                <a:ext cx="5502340" cy="26400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5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31A8-D3C0-FE98-8825-A5FDBA91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47AC2A9-761D-328E-5BC5-B02D52486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Linear convolution from </a:t>
            </a:r>
            <a:r>
              <a:rPr lang="en-IN" sz="4000"/>
              <a:t>circular convolution</a:t>
            </a:r>
            <a:endParaRPr lang="en-IN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0E5C9-6721-B492-E514-C0CBDA64D5FE}"/>
              </a:ext>
            </a:extLst>
          </p:cNvPr>
          <p:cNvSpPr txBox="1"/>
          <p:nvPr/>
        </p:nvSpPr>
        <p:spPr>
          <a:xfrm>
            <a:off x="5637475" y="2969812"/>
            <a:ext cx="6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D4D8BA-FA40-1AF1-DD46-D21EDC136995}"/>
                  </a:ext>
                </a:extLst>
              </p:cNvPr>
              <p:cNvSpPr txBox="1"/>
              <p:nvPr/>
            </p:nvSpPr>
            <p:spPr>
              <a:xfrm>
                <a:off x="341888" y="2704204"/>
                <a:ext cx="4651532" cy="19799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𝐷𝑇𝐹𝑇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[0]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𝐹𝑇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𝐹𝑇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𝐹𝑇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</m:eqAr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[0]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[1]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[3]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D4D8BA-FA40-1AF1-DD46-D21EDC136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88" y="2704204"/>
                <a:ext cx="4651532" cy="19799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1F120E-117E-A881-2774-85A721A51E74}"/>
                  </a:ext>
                </a:extLst>
              </p:cNvPr>
              <p:cNvSpPr txBox="1"/>
              <p:nvPr/>
            </p:nvSpPr>
            <p:spPr>
              <a:xfrm>
                <a:off x="5845515" y="2704204"/>
                <a:ext cx="5905850" cy="19799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𝐷𝐹𝑇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[0]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I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𝐷𝐹𝑇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IN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𝐷𝐹𝑇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𝐷𝐹𝑇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𝐷𝐹𝑇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[3]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[0]</m:t>
                              </m:r>
                            </m:e>
                          </m:eqAr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[0]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[1]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[2]</m:t>
                                      </m:r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[3]</m:t>
                                          </m:r>
                                        </m:e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1F120E-117E-A881-2774-85A721A51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515" y="2704204"/>
                <a:ext cx="5905850" cy="1979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79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D331-A207-A862-E67E-F95981BA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8280D-A05D-3138-34ED-512D07FA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AE2CB-8DF8-6779-A5EE-728A0AA0A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7786" cy="6871992"/>
          </a:xfrm>
          <a:prstGeom prst="rect">
            <a:avLst/>
          </a:prstGeom>
        </p:spPr>
      </p:pic>
      <p:sp>
        <p:nvSpPr>
          <p:cNvPr id="5" name="Google Shape;82;p1">
            <a:extLst>
              <a:ext uri="{FF2B5EF4-FFF2-40B4-BE49-F238E27FC236}">
                <a16:creationId xmlns:a16="http://schemas.microsoft.com/office/drawing/2014/main" id="{D364B027-C16C-21D6-B7A0-B21D26A610FC}"/>
              </a:ext>
            </a:extLst>
          </p:cNvPr>
          <p:cNvSpPr txBox="1"/>
          <p:nvPr/>
        </p:nvSpPr>
        <p:spPr>
          <a:xfrm>
            <a:off x="3595161" y="2924049"/>
            <a:ext cx="52723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39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7302</TotalTime>
  <Words>47</Words>
  <Application>Microsoft Office PowerPoint</Application>
  <PresentationFormat>Widescreen</PresentationFormat>
  <Paragraphs>11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Matrix multiplication form of circular convolution</vt:lpstr>
      <vt:lpstr>Matrix multiplication form of convolution</vt:lpstr>
      <vt:lpstr>Linear convolution from circular convolution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Chiranjeevi Yarra</cp:lastModifiedBy>
  <cp:revision>1</cp:revision>
  <dcterms:created xsi:type="dcterms:W3CDTF">2022-08-30T16:15:35Z</dcterms:created>
  <dcterms:modified xsi:type="dcterms:W3CDTF">2026-04-13T09:20:38Z</dcterms:modified>
</cp:coreProperties>
</file>