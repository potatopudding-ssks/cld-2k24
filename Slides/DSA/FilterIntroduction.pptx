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41" r:id="rId3"/>
    <p:sldId id="342" r:id="rId4"/>
    <p:sldId id="339" r:id="rId5"/>
    <p:sldId id="340" r:id="rId6"/>
    <p:sldId id="344" r:id="rId7"/>
    <p:sldId id="345" r:id="rId8"/>
    <p:sldId id="343" r:id="rId9"/>
    <p:sldId id="333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jHxJftHCyAAjyyrAmXNYBBSdUI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72F54-95CD-4A70-BC6F-4C3E60895EBD}" v="6" dt="2026-04-16T05:42:4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6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jeevi Yarra" userId="5ab1008c-8959-486f-a823-92244560f919" providerId="ADAL" clId="{6F8761E1-FCFC-4606-A129-F011CAB9EA5E}"/>
    <pc:docChg chg="undo custSel addSld delSld modSld sldOrd">
      <pc:chgData name="Chiranjeevi Yarra" userId="5ab1008c-8959-486f-a823-92244560f919" providerId="ADAL" clId="{6F8761E1-FCFC-4606-A129-F011CAB9EA5E}" dt="2026-04-16T09:52:56.458" v="1958" actId="20577"/>
      <pc:docMkLst>
        <pc:docMk/>
      </pc:docMkLst>
      <pc:sldChg chg="modSp mod">
        <pc:chgData name="Chiranjeevi Yarra" userId="5ab1008c-8959-486f-a823-92244560f919" providerId="ADAL" clId="{6F8761E1-FCFC-4606-A129-F011CAB9EA5E}" dt="2026-04-16T09:52:56.458" v="1958" actId="20577"/>
        <pc:sldMkLst>
          <pc:docMk/>
          <pc:sldMk cId="0" sldId="256"/>
        </pc:sldMkLst>
        <pc:spChg chg="mod">
          <ac:chgData name="Chiranjeevi Yarra" userId="5ab1008c-8959-486f-a823-92244560f919" providerId="ADAL" clId="{6F8761E1-FCFC-4606-A129-F011CAB9EA5E}" dt="2026-04-16T05:28:23.654" v="1713" actId="20577"/>
          <ac:spMkLst>
            <pc:docMk/>
            <pc:sldMk cId="0" sldId="256"/>
            <ac:spMk id="82" creationId="{00000000-0000-0000-0000-000000000000}"/>
          </ac:spMkLst>
        </pc:spChg>
        <pc:spChg chg="mod">
          <ac:chgData name="Chiranjeevi Yarra" userId="5ab1008c-8959-486f-a823-92244560f919" providerId="ADAL" clId="{6F8761E1-FCFC-4606-A129-F011CAB9EA5E}" dt="2026-04-16T09:52:56.458" v="1958" actId="20577"/>
          <ac:spMkLst>
            <pc:docMk/>
            <pc:sldMk cId="0" sldId="256"/>
            <ac:spMk id="84" creationId="{00000000-0000-0000-0000-000000000000}"/>
          </ac:spMkLst>
        </pc:spChg>
      </pc:sldChg>
      <pc:sldChg chg="addSp delSp mod">
        <pc:chgData name="Chiranjeevi Yarra" userId="5ab1008c-8959-486f-a823-92244560f919" providerId="ADAL" clId="{6F8761E1-FCFC-4606-A129-F011CAB9EA5E}" dt="2026-04-06T07:23:33.859" v="1648" actId="478"/>
        <pc:sldMkLst>
          <pc:docMk/>
          <pc:sldMk cId="1953391786" sldId="333"/>
        </pc:sldMkLst>
      </pc:sldChg>
      <pc:sldChg chg="addSp delSp modSp mod modAnim">
        <pc:chgData name="Chiranjeevi Yarra" userId="5ab1008c-8959-486f-a823-92244560f919" providerId="ADAL" clId="{6F8761E1-FCFC-4606-A129-F011CAB9EA5E}" dt="2026-04-16T05:28:38.225" v="1720" actId="20577"/>
        <pc:sldMkLst>
          <pc:docMk/>
          <pc:sldMk cId="464065978" sldId="339"/>
        </pc:sldMkLst>
        <pc:spChg chg="mod">
          <ac:chgData name="Chiranjeevi Yarra" userId="5ab1008c-8959-486f-a823-92244560f919" providerId="ADAL" clId="{6F8761E1-FCFC-4606-A129-F011CAB9EA5E}" dt="2026-04-16T05:28:38.225" v="1720" actId="20577"/>
          <ac:spMkLst>
            <pc:docMk/>
            <pc:sldMk cId="464065978" sldId="339"/>
            <ac:spMk id="12" creationId="{983E4103-0896-B738-325F-57C63CD60B01}"/>
          </ac:spMkLst>
        </pc:spChg>
        <pc:picChg chg="add mod">
          <ac:chgData name="Chiranjeevi Yarra" userId="5ab1008c-8959-486f-a823-92244560f919" providerId="ADAL" clId="{6F8761E1-FCFC-4606-A129-F011CAB9EA5E}" dt="2026-04-02T05:05:48.694" v="1452" actId="1076"/>
          <ac:picMkLst>
            <pc:docMk/>
            <pc:sldMk cId="464065978" sldId="339"/>
            <ac:picMk id="6" creationId="{D673DF56-F6E9-C7D9-8A8B-B8990BF1521E}"/>
          </ac:picMkLst>
        </pc:picChg>
        <pc:picChg chg="add mod">
          <ac:chgData name="Chiranjeevi Yarra" userId="5ab1008c-8959-486f-a823-92244560f919" providerId="ADAL" clId="{6F8761E1-FCFC-4606-A129-F011CAB9EA5E}" dt="2026-04-02T05:06:03.575" v="1454" actId="1076"/>
          <ac:picMkLst>
            <pc:docMk/>
            <pc:sldMk cId="464065978" sldId="339"/>
            <ac:picMk id="7" creationId="{FF6D1F7D-7876-8FBA-358C-399C9C91FB7A}"/>
          </ac:picMkLst>
        </pc:picChg>
      </pc:sldChg>
      <pc:sldChg chg="addSp delSp modSp add mod">
        <pc:chgData name="Chiranjeevi Yarra" userId="5ab1008c-8959-486f-a823-92244560f919" providerId="ADAL" clId="{6F8761E1-FCFC-4606-A129-F011CAB9EA5E}" dt="2026-04-16T05:29:08.274" v="1759" actId="20577"/>
        <pc:sldMkLst>
          <pc:docMk/>
          <pc:sldMk cId="3175388634" sldId="340"/>
        </pc:sldMkLst>
        <pc:spChg chg="mod">
          <ac:chgData name="Chiranjeevi Yarra" userId="5ab1008c-8959-486f-a823-92244560f919" providerId="ADAL" clId="{6F8761E1-FCFC-4606-A129-F011CAB9EA5E}" dt="2026-04-16T05:29:08.274" v="1759" actId="20577"/>
          <ac:spMkLst>
            <pc:docMk/>
            <pc:sldMk cId="3175388634" sldId="340"/>
            <ac:spMk id="12" creationId="{6744B10E-9B3A-88E8-2773-56010ABAE740}"/>
          </ac:spMkLst>
        </pc:spChg>
        <pc:picChg chg="add mod">
          <ac:chgData name="Chiranjeevi Yarra" userId="5ab1008c-8959-486f-a823-92244560f919" providerId="ADAL" clId="{6F8761E1-FCFC-4606-A129-F011CAB9EA5E}" dt="2026-04-02T05:06:49.222" v="1490" actId="1076"/>
          <ac:picMkLst>
            <pc:docMk/>
            <pc:sldMk cId="3175388634" sldId="340"/>
            <ac:picMk id="3" creationId="{4BC0C414-53EE-94F3-8182-EE560133796B}"/>
          </ac:picMkLst>
        </pc:picChg>
      </pc:sldChg>
      <pc:sldChg chg="add del">
        <pc:chgData name="Chiranjeevi Yarra" userId="5ab1008c-8959-486f-a823-92244560f919" providerId="ADAL" clId="{6F8761E1-FCFC-4606-A129-F011CAB9EA5E}" dt="2026-04-16T05:28:51.335" v="1722" actId="47"/>
        <pc:sldMkLst>
          <pc:docMk/>
          <pc:sldMk cId="1128560759" sldId="341"/>
        </pc:sldMkLst>
      </pc:sldChg>
      <pc:sldChg chg="modSp add mod">
        <pc:chgData name="Chiranjeevi Yarra" userId="5ab1008c-8959-486f-a823-92244560f919" providerId="ADAL" clId="{6F8761E1-FCFC-4606-A129-F011CAB9EA5E}" dt="2026-04-16T05:29:47.954" v="1806" actId="20577"/>
        <pc:sldMkLst>
          <pc:docMk/>
          <pc:sldMk cId="3912919094" sldId="341"/>
        </pc:sldMkLst>
        <pc:spChg chg="mod">
          <ac:chgData name="Chiranjeevi Yarra" userId="5ab1008c-8959-486f-a823-92244560f919" providerId="ADAL" clId="{6F8761E1-FCFC-4606-A129-F011CAB9EA5E}" dt="2026-04-16T05:29:47.954" v="1806" actId="20577"/>
          <ac:spMkLst>
            <pc:docMk/>
            <pc:sldMk cId="3912919094" sldId="341"/>
            <ac:spMk id="12" creationId="{4F02BD8D-D8EE-4423-5137-01CCDACBCB3D}"/>
          </ac:spMkLst>
        </pc:spChg>
      </pc:sldChg>
      <pc:sldChg chg="addSp delSp modSp add del mod ord delAnim">
        <pc:chgData name="Chiranjeevi Yarra" userId="5ab1008c-8959-486f-a823-92244560f919" providerId="ADAL" clId="{6F8761E1-FCFC-4606-A129-F011CAB9EA5E}" dt="2026-04-16T05:28:29.127" v="1715" actId="47"/>
        <pc:sldMkLst>
          <pc:docMk/>
          <pc:sldMk cId="4188147786" sldId="341"/>
        </pc:sldMkLst>
      </pc:sldChg>
      <pc:sldChg chg="modSp add mod">
        <pc:chgData name="Chiranjeevi Yarra" userId="5ab1008c-8959-486f-a823-92244560f919" providerId="ADAL" clId="{6F8761E1-FCFC-4606-A129-F011CAB9EA5E}" dt="2026-04-16T05:30:08.510" v="1823" actId="20577"/>
        <pc:sldMkLst>
          <pc:docMk/>
          <pc:sldMk cId="277614644" sldId="342"/>
        </pc:sldMkLst>
        <pc:spChg chg="mod">
          <ac:chgData name="Chiranjeevi Yarra" userId="5ab1008c-8959-486f-a823-92244560f919" providerId="ADAL" clId="{6F8761E1-FCFC-4606-A129-F011CAB9EA5E}" dt="2026-04-16T05:30:08.510" v="1823" actId="20577"/>
          <ac:spMkLst>
            <pc:docMk/>
            <pc:sldMk cId="277614644" sldId="342"/>
            <ac:spMk id="12" creationId="{5C6ED8D3-35DB-D112-90DB-62AF615D330F}"/>
          </ac:spMkLst>
        </pc:spChg>
      </pc:sldChg>
      <pc:sldChg chg="addSp delSp modSp add del mod ord">
        <pc:chgData name="Chiranjeevi Yarra" userId="5ab1008c-8959-486f-a823-92244560f919" providerId="ADAL" clId="{6F8761E1-FCFC-4606-A129-F011CAB9EA5E}" dt="2026-04-16T05:28:27.356" v="1714" actId="47"/>
        <pc:sldMkLst>
          <pc:docMk/>
          <pc:sldMk cId="661007647" sldId="342"/>
        </pc:sldMkLst>
      </pc:sldChg>
      <pc:sldChg chg="addSp delSp modSp add mod delAnim">
        <pc:chgData name="Chiranjeevi Yarra" userId="5ab1008c-8959-486f-a823-92244560f919" providerId="ADAL" clId="{6F8761E1-FCFC-4606-A129-F011CAB9EA5E}" dt="2026-04-16T05:36:49.215" v="1863" actId="20577"/>
        <pc:sldMkLst>
          <pc:docMk/>
          <pc:sldMk cId="3705175338" sldId="343"/>
        </pc:sldMkLst>
        <pc:spChg chg="mod">
          <ac:chgData name="Chiranjeevi Yarra" userId="5ab1008c-8959-486f-a823-92244560f919" providerId="ADAL" clId="{6F8761E1-FCFC-4606-A129-F011CAB9EA5E}" dt="2026-04-16T05:36:49.215" v="1863" actId="20577"/>
          <ac:spMkLst>
            <pc:docMk/>
            <pc:sldMk cId="3705175338" sldId="343"/>
            <ac:spMk id="12" creationId="{4EE748CF-5951-EE6D-F3B6-709B0B932D50}"/>
          </ac:spMkLst>
        </pc:spChg>
        <pc:picChg chg="del">
          <ac:chgData name="Chiranjeevi Yarra" userId="5ab1008c-8959-486f-a823-92244560f919" providerId="ADAL" clId="{6F8761E1-FCFC-4606-A129-F011CAB9EA5E}" dt="2026-04-16T05:35:49.461" v="1825" actId="478"/>
          <ac:picMkLst>
            <pc:docMk/>
            <pc:sldMk cId="3705175338" sldId="343"/>
            <ac:picMk id="3" creationId="{6AAD6D94-6950-7277-10F1-B9668BD924D3}"/>
          </ac:picMkLst>
        </pc:picChg>
        <pc:picChg chg="add mod modCrop">
          <ac:chgData name="Chiranjeevi Yarra" userId="5ab1008c-8959-486f-a823-92244560f919" providerId="ADAL" clId="{6F8761E1-FCFC-4606-A129-F011CAB9EA5E}" dt="2026-04-16T05:36:21.515" v="1831" actId="1076"/>
          <ac:picMkLst>
            <pc:docMk/>
            <pc:sldMk cId="3705175338" sldId="343"/>
            <ac:picMk id="4" creationId="{26C08636-097F-E68D-5D6A-425C2A8E0B6B}"/>
          </ac:picMkLst>
        </pc:picChg>
        <pc:picChg chg="del">
          <ac:chgData name="Chiranjeevi Yarra" userId="5ab1008c-8959-486f-a823-92244560f919" providerId="ADAL" clId="{6F8761E1-FCFC-4606-A129-F011CAB9EA5E}" dt="2026-04-16T05:35:50.691" v="1826" actId="478"/>
          <ac:picMkLst>
            <pc:docMk/>
            <pc:sldMk cId="3705175338" sldId="343"/>
            <ac:picMk id="7" creationId="{83678279-B9BF-4D77-6915-A25E64C7CA62}"/>
          </ac:picMkLst>
        </pc:picChg>
      </pc:sldChg>
      <pc:sldChg chg="addSp delSp modSp add mod ord">
        <pc:chgData name="Chiranjeevi Yarra" userId="5ab1008c-8959-486f-a823-92244560f919" providerId="ADAL" clId="{6F8761E1-FCFC-4606-A129-F011CAB9EA5E}" dt="2026-04-16T08:45:26.431" v="1956"/>
        <pc:sldMkLst>
          <pc:docMk/>
          <pc:sldMk cId="4266081535" sldId="344"/>
        </pc:sldMkLst>
        <pc:spChg chg="mod">
          <ac:chgData name="Chiranjeevi Yarra" userId="5ab1008c-8959-486f-a823-92244560f919" providerId="ADAL" clId="{6F8761E1-FCFC-4606-A129-F011CAB9EA5E}" dt="2026-04-16T05:42:36.998" v="1915" actId="20577"/>
          <ac:spMkLst>
            <pc:docMk/>
            <pc:sldMk cId="4266081535" sldId="344"/>
            <ac:spMk id="12" creationId="{1DCD1948-4E8D-D831-EF2A-4BD0217B50FF}"/>
          </ac:spMkLst>
        </pc:spChg>
        <pc:picChg chg="add del mod">
          <ac:chgData name="Chiranjeevi Yarra" userId="5ab1008c-8959-486f-a823-92244560f919" providerId="ADAL" clId="{6F8761E1-FCFC-4606-A129-F011CAB9EA5E}" dt="2026-04-16T05:38:51.491" v="1874" actId="478"/>
          <ac:picMkLst>
            <pc:docMk/>
            <pc:sldMk cId="4266081535" sldId="344"/>
            <ac:picMk id="3" creationId="{C1F0CC08-EFC1-2694-AF0F-595954891B94}"/>
          </ac:picMkLst>
        </pc:picChg>
        <pc:picChg chg="del">
          <ac:chgData name="Chiranjeevi Yarra" userId="5ab1008c-8959-486f-a823-92244560f919" providerId="ADAL" clId="{6F8761E1-FCFC-4606-A129-F011CAB9EA5E}" dt="2026-04-16T05:38:06.248" v="1870" actId="478"/>
          <ac:picMkLst>
            <pc:docMk/>
            <pc:sldMk cId="4266081535" sldId="344"/>
            <ac:picMk id="4" creationId="{19B889C7-3FBF-EFC9-D577-C5AF81BA5712}"/>
          </ac:picMkLst>
        </pc:picChg>
        <pc:picChg chg="add del mod">
          <ac:chgData name="Chiranjeevi Yarra" userId="5ab1008c-8959-486f-a823-92244560f919" providerId="ADAL" clId="{6F8761E1-FCFC-4606-A129-F011CAB9EA5E}" dt="2026-04-16T05:42:33.064" v="1909" actId="478"/>
          <ac:picMkLst>
            <pc:docMk/>
            <pc:sldMk cId="4266081535" sldId="344"/>
            <ac:picMk id="6" creationId="{939CE62C-3483-6234-EA23-E65404C3EC37}"/>
          </ac:picMkLst>
        </pc:picChg>
        <pc:picChg chg="add del mod">
          <ac:chgData name="Chiranjeevi Yarra" userId="5ab1008c-8959-486f-a823-92244560f919" providerId="ADAL" clId="{6F8761E1-FCFC-4606-A129-F011CAB9EA5E}" dt="2026-04-16T05:42:54.225" v="1939" actId="478"/>
          <ac:picMkLst>
            <pc:docMk/>
            <pc:sldMk cId="4266081535" sldId="344"/>
            <ac:picMk id="7" creationId="{44EBFD97-9F1F-A335-2F6D-6A7DC9375DFD}"/>
          </ac:picMkLst>
        </pc:picChg>
      </pc:sldChg>
      <pc:sldChg chg="addSp delSp modSp add mod">
        <pc:chgData name="Chiranjeevi Yarra" userId="5ab1008c-8959-486f-a823-92244560f919" providerId="ADAL" clId="{6F8761E1-FCFC-4606-A129-F011CAB9EA5E}" dt="2026-04-16T05:43:50.570" v="1952" actId="1076"/>
        <pc:sldMkLst>
          <pc:docMk/>
          <pc:sldMk cId="2112999845" sldId="345"/>
        </pc:sldMkLst>
        <pc:spChg chg="mod">
          <ac:chgData name="Chiranjeevi Yarra" userId="5ab1008c-8959-486f-a823-92244560f919" providerId="ADAL" clId="{6F8761E1-FCFC-4606-A129-F011CAB9EA5E}" dt="2026-04-16T05:42:48.426" v="1936" actId="20577"/>
          <ac:spMkLst>
            <pc:docMk/>
            <pc:sldMk cId="2112999845" sldId="345"/>
            <ac:spMk id="12" creationId="{F21F5D21-E1DA-7D83-BD2F-232281835EA6}"/>
          </ac:spMkLst>
        </pc:spChg>
        <pc:picChg chg="add mod modCrop">
          <ac:chgData name="Chiranjeevi Yarra" userId="5ab1008c-8959-486f-a823-92244560f919" providerId="ADAL" clId="{6F8761E1-FCFC-4606-A129-F011CAB9EA5E}" dt="2026-04-16T05:43:50.570" v="1952" actId="1076"/>
          <ac:picMkLst>
            <pc:docMk/>
            <pc:sldMk cId="2112999845" sldId="345"/>
            <ac:picMk id="3" creationId="{B80AAB71-0F50-C3EA-9232-16B8BC2E4EF0}"/>
          </ac:picMkLst>
        </pc:picChg>
        <pc:picChg chg="del">
          <ac:chgData name="Chiranjeevi Yarra" userId="5ab1008c-8959-486f-a823-92244560f919" providerId="ADAL" clId="{6F8761E1-FCFC-4606-A129-F011CAB9EA5E}" dt="2026-04-16T05:42:52.491" v="1938" actId="478"/>
          <ac:picMkLst>
            <pc:docMk/>
            <pc:sldMk cId="2112999845" sldId="345"/>
            <ac:picMk id="6" creationId="{5177B705-A95D-44F3-961D-6CFF2BEAECD8}"/>
          </ac:picMkLst>
        </pc:picChg>
        <pc:picChg chg="del">
          <ac:chgData name="Chiranjeevi Yarra" userId="5ab1008c-8959-486f-a823-92244560f919" providerId="ADAL" clId="{6F8761E1-FCFC-4606-A129-F011CAB9EA5E}" dt="2026-04-16T05:42:51.739" v="1937" actId="478"/>
          <ac:picMkLst>
            <pc:docMk/>
            <pc:sldMk cId="2112999845" sldId="345"/>
            <ac:picMk id="7" creationId="{FE875AB9-B0F2-557C-BA0E-DA1189A1B2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34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 txBox="1"/>
          <p:nvPr/>
        </p:nvSpPr>
        <p:spPr>
          <a:xfrm>
            <a:off x="11290300" y="6365536"/>
            <a:ext cx="787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969939" y="3287845"/>
            <a:ext cx="980056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Filters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054665" y="4291943"/>
            <a:ext cx="2590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Chiranjeevi Yarra</a:t>
            </a:r>
          </a:p>
        </p:txBody>
      </p:sp>
      <p:sp>
        <p:nvSpPr>
          <p:cNvPr id="84" name="Google Shape;84;p1"/>
          <p:cNvSpPr txBox="1"/>
          <p:nvPr/>
        </p:nvSpPr>
        <p:spPr>
          <a:xfrm>
            <a:off x="10995497" y="6475910"/>
            <a:ext cx="11965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16 / 04/ 2026</a:t>
            </a:r>
            <a:endParaRPr sz="1200" dirty="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C831-682C-0BFA-4291-6F03F6AA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F02BD8D-D8EE-4423-5137-01CCDACB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For an example signal to remove crickets sound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FC658-3001-C0D4-1313-F0E90C6A3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51922"/>
            <a:ext cx="12192000" cy="3036109"/>
          </a:xfrm>
          <a:prstGeom prst="rect">
            <a:avLst/>
          </a:prstGeom>
        </p:spPr>
      </p:pic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0B190425-8615-1748-3324-6A72E21138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1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D9D5-5B91-DAC2-50D7-02E89405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C6ED8D3-35DB-D112-90DB-62AF615D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Magnitude of DFT</a:t>
            </a:r>
          </a:p>
        </p:txBody>
      </p:sp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24283460-5379-DE2A-7378-C92A862560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B14412-1A10-EC44-9E60-39C0694BE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72951"/>
            <a:ext cx="12192000" cy="302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91EF-579A-869D-C037-0342A307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3E4103-0896-B738-325F-57C63CD6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Given the signal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3DF56-F6E9-C7D9-8A8B-B8990BF15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51922"/>
            <a:ext cx="12192000" cy="3036109"/>
          </a:xfrm>
          <a:prstGeom prst="rect">
            <a:avLst/>
          </a:prstGeom>
        </p:spPr>
      </p:pic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FF6D1F7D-7876-8FBA-358C-399C9C91F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C079-5C7D-B147-6FA5-C4694246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744B10E-9B3A-88E8-2773-56010ABA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Understand using DTFT and DFT</a:t>
            </a:r>
          </a:p>
        </p:txBody>
      </p:sp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114863E2-7C0C-38DE-0759-5C142A1604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C0C414-53EE-94F3-8182-EE5601337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72951"/>
            <a:ext cx="12192000" cy="302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8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674D-BCBB-BF5F-E637-7CD6D169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DCD1948-4E8D-D831-EF2A-4BD0217B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Ideal filter characteristics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CE62C-3483-6234-EA23-E65404C3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25" y="2177082"/>
            <a:ext cx="5345182" cy="38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8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58108-3710-4C27-74D7-387B774E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21F5D21-E1DA-7D83-BD2F-23228183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Ideal filter impulse response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0AAB71-0F50-C3EA-9232-16B8BC2E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1" t="11332" r="6624" b="14477"/>
          <a:stretch>
            <a:fillRect/>
          </a:stretch>
        </p:blipFill>
        <p:spPr>
          <a:xfrm>
            <a:off x="1245474" y="2536466"/>
            <a:ext cx="9701051" cy="300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9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EA2A-4BEA-E354-9BB3-1F82C92F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EE748CF-5951-EE6D-F3B6-709B0B93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Practical filter characteristics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08636-097F-E68D-5D6A-425C2A8E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256"/>
          <a:stretch>
            <a:fillRect/>
          </a:stretch>
        </p:blipFill>
        <p:spPr>
          <a:xfrm>
            <a:off x="2559544" y="1819996"/>
            <a:ext cx="6785806" cy="482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7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D331-A207-A862-E67E-F95981BA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8280D-A05D-3138-34ED-512D07FA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AE2CB-8DF8-6779-A5EE-728A0AA0A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7786" cy="6871992"/>
          </a:xfrm>
          <a:prstGeom prst="rect">
            <a:avLst/>
          </a:prstGeom>
        </p:spPr>
      </p:pic>
      <p:sp>
        <p:nvSpPr>
          <p:cNvPr id="5" name="Google Shape;82;p1">
            <a:extLst>
              <a:ext uri="{FF2B5EF4-FFF2-40B4-BE49-F238E27FC236}">
                <a16:creationId xmlns:a16="http://schemas.microsoft.com/office/drawing/2014/main" id="{D364B027-C16C-21D6-B7A0-B21D26A610FC}"/>
              </a:ext>
            </a:extLst>
          </p:cNvPr>
          <p:cNvSpPr txBox="1"/>
          <p:nvPr/>
        </p:nvSpPr>
        <p:spPr>
          <a:xfrm>
            <a:off x="3595161" y="2924049"/>
            <a:ext cx="52723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39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7329</TotalTime>
  <Words>39</Words>
  <Application>Microsoft Office PowerPoint</Application>
  <PresentationFormat>Widescreen</PresentationFormat>
  <Paragraphs>11</Paragraphs>
  <Slides>9</Slides>
  <Notes>2</Notes>
  <HiddenSlides>0</HiddenSlides>
  <MMClips>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For an example signal to remove crickets sound</vt:lpstr>
      <vt:lpstr>Magnitude of DFT</vt:lpstr>
      <vt:lpstr>Given the signal</vt:lpstr>
      <vt:lpstr>Understand using DTFT and DFT</vt:lpstr>
      <vt:lpstr>Ideal filter characteristics</vt:lpstr>
      <vt:lpstr>Ideal filter impulse response</vt:lpstr>
      <vt:lpstr>Practical filter characteristics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Chiranjeevi Yarra</cp:lastModifiedBy>
  <cp:revision>1</cp:revision>
  <dcterms:created xsi:type="dcterms:W3CDTF">2022-08-30T16:15:35Z</dcterms:created>
  <dcterms:modified xsi:type="dcterms:W3CDTF">2026-04-16T09:52:59Z</dcterms:modified>
</cp:coreProperties>
</file>