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342" r:id="rId3"/>
    <p:sldId id="341" r:id="rId4"/>
    <p:sldId id="339" r:id="rId5"/>
    <p:sldId id="340" r:id="rId6"/>
    <p:sldId id="333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8" roundtripDataSignature="AMtx7mjHxJftHCyAAjyyrAmXNYBBSdUI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5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55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68" Type="http://customschemas.google.com/relationships/presentationmetadata" Target="metadata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73" Type="http://schemas.microsoft.com/office/2016/11/relationships/changesInfo" Target="changesInfos/changesInfo1.xml"/><Relationship Id="rId4" Type="http://schemas.openxmlformats.org/officeDocument/2006/relationships/slide" Target="slides/slide3.xml"/><Relationship Id="rId6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ranjeevi Yarra" userId="5ab1008c-8959-486f-a823-92244560f919" providerId="ADAL" clId="{6F8761E1-FCFC-4606-A129-F011CAB9EA5E}"/>
    <pc:docChg chg="undo custSel addSld delSld modSld sldOrd">
      <pc:chgData name="Chiranjeevi Yarra" userId="5ab1008c-8959-486f-a823-92244560f919" providerId="ADAL" clId="{6F8761E1-FCFC-4606-A129-F011CAB9EA5E}" dt="2026-04-09T05:18:12.520" v="1705" actId="20577"/>
      <pc:docMkLst>
        <pc:docMk/>
      </pc:docMkLst>
      <pc:sldChg chg="modSp mod">
        <pc:chgData name="Chiranjeevi Yarra" userId="5ab1008c-8959-486f-a823-92244560f919" providerId="ADAL" clId="{6F8761E1-FCFC-4606-A129-F011CAB9EA5E}" dt="2026-04-09T05:18:12.520" v="1705" actId="20577"/>
        <pc:sldMkLst>
          <pc:docMk/>
          <pc:sldMk cId="0" sldId="256"/>
        </pc:sldMkLst>
        <pc:spChg chg="mod">
          <ac:chgData name="Chiranjeevi Yarra" userId="5ab1008c-8959-486f-a823-92244560f919" providerId="ADAL" clId="{6F8761E1-FCFC-4606-A129-F011CAB9EA5E}" dt="2026-04-09T05:18:12.520" v="1705" actId="20577"/>
          <ac:spMkLst>
            <pc:docMk/>
            <pc:sldMk cId="0" sldId="256"/>
            <ac:spMk id="82" creationId="{00000000-0000-0000-0000-000000000000}"/>
          </ac:spMkLst>
        </pc:spChg>
        <pc:spChg chg="mod">
          <ac:chgData name="Chiranjeevi Yarra" userId="5ab1008c-8959-486f-a823-92244560f919" providerId="ADAL" clId="{6F8761E1-FCFC-4606-A129-F011CAB9EA5E}" dt="2026-04-06T07:29:37.704" v="1655" actId="14100"/>
          <ac:spMkLst>
            <pc:docMk/>
            <pc:sldMk cId="0" sldId="256"/>
            <ac:spMk id="84" creationId="{00000000-0000-0000-0000-000000000000}"/>
          </ac:spMkLst>
        </pc:spChg>
      </pc:sldChg>
      <pc:sldChg chg="addSp delSp mod">
        <pc:chgData name="Chiranjeevi Yarra" userId="5ab1008c-8959-486f-a823-92244560f919" providerId="ADAL" clId="{6F8761E1-FCFC-4606-A129-F011CAB9EA5E}" dt="2026-04-06T07:23:33.859" v="1648" actId="478"/>
        <pc:sldMkLst>
          <pc:docMk/>
          <pc:sldMk cId="1953391786" sldId="333"/>
        </pc:sldMkLst>
      </pc:sldChg>
      <pc:sldChg chg="addSp delSp modSp mod modAnim">
        <pc:chgData name="Chiranjeevi Yarra" userId="5ab1008c-8959-486f-a823-92244560f919" providerId="ADAL" clId="{6F8761E1-FCFC-4606-A129-F011CAB9EA5E}" dt="2026-04-02T05:06:03.575" v="1454" actId="1076"/>
        <pc:sldMkLst>
          <pc:docMk/>
          <pc:sldMk cId="464065978" sldId="339"/>
        </pc:sldMkLst>
        <pc:spChg chg="mod">
          <ac:chgData name="Chiranjeevi Yarra" userId="5ab1008c-8959-486f-a823-92244560f919" providerId="ADAL" clId="{6F8761E1-FCFC-4606-A129-F011CAB9EA5E}" dt="2026-04-02T05:04:41.078" v="1443" actId="20577"/>
          <ac:spMkLst>
            <pc:docMk/>
            <pc:sldMk cId="464065978" sldId="339"/>
            <ac:spMk id="12" creationId="{983E4103-0896-B738-325F-57C63CD60B01}"/>
          </ac:spMkLst>
        </pc:spChg>
        <pc:picChg chg="add mod">
          <ac:chgData name="Chiranjeevi Yarra" userId="5ab1008c-8959-486f-a823-92244560f919" providerId="ADAL" clId="{6F8761E1-FCFC-4606-A129-F011CAB9EA5E}" dt="2026-04-02T05:05:48.694" v="1452" actId="1076"/>
          <ac:picMkLst>
            <pc:docMk/>
            <pc:sldMk cId="464065978" sldId="339"/>
            <ac:picMk id="6" creationId="{D673DF56-F6E9-C7D9-8A8B-B8990BF1521E}"/>
          </ac:picMkLst>
        </pc:picChg>
        <pc:picChg chg="add mod">
          <ac:chgData name="Chiranjeevi Yarra" userId="5ab1008c-8959-486f-a823-92244560f919" providerId="ADAL" clId="{6F8761E1-FCFC-4606-A129-F011CAB9EA5E}" dt="2026-04-02T05:06:03.575" v="1454" actId="1076"/>
          <ac:picMkLst>
            <pc:docMk/>
            <pc:sldMk cId="464065978" sldId="339"/>
            <ac:picMk id="7" creationId="{FF6D1F7D-7876-8FBA-358C-399C9C91FB7A}"/>
          </ac:picMkLst>
        </pc:picChg>
      </pc:sldChg>
      <pc:sldChg chg="addSp delSp modSp add mod">
        <pc:chgData name="Chiranjeevi Yarra" userId="5ab1008c-8959-486f-a823-92244560f919" providerId="ADAL" clId="{6F8761E1-FCFC-4606-A129-F011CAB9EA5E}" dt="2026-04-02T05:06:49.222" v="1490" actId="1076"/>
        <pc:sldMkLst>
          <pc:docMk/>
          <pc:sldMk cId="3175388634" sldId="340"/>
        </pc:sldMkLst>
        <pc:spChg chg="mod">
          <ac:chgData name="Chiranjeevi Yarra" userId="5ab1008c-8959-486f-a823-92244560f919" providerId="ADAL" clId="{6F8761E1-FCFC-4606-A129-F011CAB9EA5E}" dt="2026-04-02T05:06:24.610" v="1486" actId="20577"/>
          <ac:spMkLst>
            <pc:docMk/>
            <pc:sldMk cId="3175388634" sldId="340"/>
            <ac:spMk id="12" creationId="{6744B10E-9B3A-88E8-2773-56010ABAE740}"/>
          </ac:spMkLst>
        </pc:spChg>
        <pc:picChg chg="add mod">
          <ac:chgData name="Chiranjeevi Yarra" userId="5ab1008c-8959-486f-a823-92244560f919" providerId="ADAL" clId="{6F8761E1-FCFC-4606-A129-F011CAB9EA5E}" dt="2026-04-02T05:06:49.222" v="1490" actId="1076"/>
          <ac:picMkLst>
            <pc:docMk/>
            <pc:sldMk cId="3175388634" sldId="340"/>
            <ac:picMk id="3" creationId="{4BC0C414-53EE-94F3-8182-EE560133796B}"/>
          </ac:picMkLst>
        </pc:picChg>
      </pc:sldChg>
      <pc:sldChg chg="addSp delSp modSp add mod ord delAnim">
        <pc:chgData name="Chiranjeevi Yarra" userId="5ab1008c-8959-486f-a823-92244560f919" providerId="ADAL" clId="{6F8761E1-FCFC-4606-A129-F011CAB9EA5E}" dt="2026-04-09T05:17:03.253" v="1677"/>
        <pc:sldMkLst>
          <pc:docMk/>
          <pc:sldMk cId="4188147786" sldId="341"/>
        </pc:sldMkLst>
        <pc:spChg chg="mod">
          <ac:chgData name="Chiranjeevi Yarra" userId="5ab1008c-8959-486f-a823-92244560f919" providerId="ADAL" clId="{6F8761E1-FCFC-4606-A129-F011CAB9EA5E}" dt="2026-04-06T07:15:16.425" v="1601" actId="20577"/>
          <ac:spMkLst>
            <pc:docMk/>
            <pc:sldMk cId="4188147786" sldId="341"/>
            <ac:spMk id="12" creationId="{DBAEC46C-89E7-816E-7EAC-FDEDA9DA3F63}"/>
          </ac:spMkLst>
        </pc:spChg>
        <pc:picChg chg="add mod">
          <ac:chgData name="Chiranjeevi Yarra" userId="5ab1008c-8959-486f-a823-92244560f919" providerId="ADAL" clId="{6F8761E1-FCFC-4606-A129-F011CAB9EA5E}" dt="2026-04-09T05:16:56.214" v="1671" actId="1076"/>
          <ac:picMkLst>
            <pc:docMk/>
            <pc:sldMk cId="4188147786" sldId="341"/>
            <ac:picMk id="3" creationId="{23D1023C-88C3-D4A9-F61F-001491511D17}"/>
          </ac:picMkLst>
        </pc:picChg>
        <pc:picChg chg="add del mod">
          <ac:chgData name="Chiranjeevi Yarra" userId="5ab1008c-8959-486f-a823-92244560f919" providerId="ADAL" clId="{6F8761E1-FCFC-4606-A129-F011CAB9EA5E}" dt="2026-04-09T05:16:37.922" v="1667" actId="478"/>
          <ac:picMkLst>
            <pc:docMk/>
            <pc:sldMk cId="4188147786" sldId="341"/>
            <ac:picMk id="4" creationId="{1F9F458D-5D37-CC58-F922-784D1D05C807}"/>
          </ac:picMkLst>
        </pc:picChg>
      </pc:sldChg>
      <pc:sldChg chg="addSp delSp modSp add mod ord">
        <pc:chgData name="Chiranjeevi Yarra" userId="5ab1008c-8959-486f-a823-92244560f919" providerId="ADAL" clId="{6F8761E1-FCFC-4606-A129-F011CAB9EA5E}" dt="2026-04-09T05:17:01.072" v="1675"/>
        <pc:sldMkLst>
          <pc:docMk/>
          <pc:sldMk cId="661007647" sldId="342"/>
        </pc:sldMkLst>
        <pc:spChg chg="mod">
          <ac:chgData name="Chiranjeevi Yarra" userId="5ab1008c-8959-486f-a823-92244560f919" providerId="ADAL" clId="{6F8761E1-FCFC-4606-A129-F011CAB9EA5E}" dt="2026-04-06T07:19:52.517" v="1637" actId="20577"/>
          <ac:spMkLst>
            <pc:docMk/>
            <pc:sldMk cId="661007647" sldId="342"/>
            <ac:spMk id="12" creationId="{16D25B2A-D9D5-2787-49D3-2E7174D5E26B}"/>
          </ac:spMkLst>
        </pc:spChg>
        <pc:picChg chg="add mod">
          <ac:chgData name="Chiranjeevi Yarra" userId="5ab1008c-8959-486f-a823-92244560f919" providerId="ADAL" clId="{6F8761E1-FCFC-4606-A129-F011CAB9EA5E}" dt="2026-04-06T07:22:16.010" v="1647" actId="1076"/>
          <ac:picMkLst>
            <pc:docMk/>
            <pc:sldMk cId="661007647" sldId="342"/>
            <ac:picMk id="5" creationId="{426C783E-8188-0C28-201C-A9B9D2ED2DA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6346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4"/>
          <p:cNvSpPr txBox="1"/>
          <p:nvPr/>
        </p:nvSpPr>
        <p:spPr>
          <a:xfrm>
            <a:off x="11290300" y="6365536"/>
            <a:ext cx="7874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83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"/>
          <p:cNvSpPr txBox="1"/>
          <p:nvPr/>
        </p:nvSpPr>
        <p:spPr>
          <a:xfrm>
            <a:off x="969939" y="3287845"/>
            <a:ext cx="9800560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Response to LTI System</a:t>
            </a:r>
            <a:endParaRPr sz="4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1054665" y="4291943"/>
            <a:ext cx="25908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Chiranjeevi Yarra</a:t>
            </a:r>
          </a:p>
        </p:txBody>
      </p:sp>
      <p:sp>
        <p:nvSpPr>
          <p:cNvPr id="84" name="Google Shape;84;p1"/>
          <p:cNvSpPr txBox="1"/>
          <p:nvPr/>
        </p:nvSpPr>
        <p:spPr>
          <a:xfrm>
            <a:off x="10995497" y="6475910"/>
            <a:ext cx="119650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06 / 04/ 2026</a:t>
            </a:r>
            <a:endParaRPr sz="1200" dirty="0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6BECD-CE9C-B14A-78D5-09E3396A8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6D25B2A-D9D5-2787-49D3-2E7174D5E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4043"/>
            <a:ext cx="10515600" cy="795953"/>
          </a:xfrm>
        </p:spPr>
        <p:txBody>
          <a:bodyPr/>
          <a:lstStyle/>
          <a:p>
            <a:r>
              <a:rPr lang="en-IN" sz="4000" dirty="0"/>
              <a:t>Matrix multiplication form of convolution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6C783E-8188-0C28-201C-A9B9D2ED2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847" y="2758827"/>
            <a:ext cx="6368281" cy="264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007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A511-95EE-B8E0-4FFB-8E1D7C85D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BAEC46C-89E7-816E-7EAC-FDEDA9DA3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4043"/>
            <a:ext cx="10515600" cy="795953"/>
          </a:xfrm>
        </p:spPr>
        <p:txBody>
          <a:bodyPr/>
          <a:lstStyle/>
          <a:p>
            <a:r>
              <a:rPr lang="en-IN" sz="4000" dirty="0"/>
              <a:t>Graphical illustration of convolution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D1023C-88C3-D4A9-F61F-001491511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570" y="2015654"/>
            <a:ext cx="6001910" cy="450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147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E91EF-579A-869D-C037-0342A3072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83E4103-0896-B738-325F-57C63CD60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4043"/>
            <a:ext cx="10515600" cy="795953"/>
          </a:xfrm>
        </p:spPr>
        <p:txBody>
          <a:bodyPr/>
          <a:lstStyle/>
          <a:p>
            <a:r>
              <a:rPr lang="en-IN" sz="4000" dirty="0"/>
              <a:t>Let’s understand the signal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73DF56-F6E9-C7D9-8A8B-B8990BF152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51922"/>
            <a:ext cx="12192000" cy="3036109"/>
          </a:xfrm>
          <a:prstGeom prst="rect">
            <a:avLst/>
          </a:prstGeom>
        </p:spPr>
      </p:pic>
      <p:pic>
        <p:nvPicPr>
          <p:cNvPr id="7" name="toneWithHfNoise">
            <a:hlinkClick r:id="" action="ppaction://media"/>
            <a:extLst>
              <a:ext uri="{FF2B5EF4-FFF2-40B4-BE49-F238E27FC236}">
                <a16:creationId xmlns:a16="http://schemas.microsoft.com/office/drawing/2014/main" id="{FF6D1F7D-7876-8FBA-358C-399C9C91FB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94065" y="197751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065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8C079-5C7D-B147-6FA5-C4694246F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744B10E-9B3A-88E8-2773-56010ABAE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4043"/>
            <a:ext cx="10515600" cy="795953"/>
          </a:xfrm>
        </p:spPr>
        <p:txBody>
          <a:bodyPr/>
          <a:lstStyle/>
          <a:p>
            <a:r>
              <a:rPr lang="en-IN" sz="4000" dirty="0"/>
              <a:t>Let’s plot magnitude of DFT</a:t>
            </a:r>
          </a:p>
        </p:txBody>
      </p:sp>
      <p:pic>
        <p:nvPicPr>
          <p:cNvPr id="7" name="toneWithHfNoise">
            <a:hlinkClick r:id="" action="ppaction://media"/>
            <a:extLst>
              <a:ext uri="{FF2B5EF4-FFF2-40B4-BE49-F238E27FC236}">
                <a16:creationId xmlns:a16="http://schemas.microsoft.com/office/drawing/2014/main" id="{114863E2-7C0C-38DE-0759-5C142A16046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4065" y="1977519"/>
            <a:ext cx="609600" cy="609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C0C414-53EE-94F3-8182-EE56013379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072951"/>
            <a:ext cx="12192000" cy="302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388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8D331-A207-A862-E67E-F95981BA4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8280D-A05D-3138-34ED-512D07FAA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BAE2CB-8DF8-6779-A5EE-728A0AA0A8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366"/>
            <a:ext cx="12197786" cy="6871992"/>
          </a:xfrm>
          <a:prstGeom prst="rect">
            <a:avLst/>
          </a:prstGeom>
        </p:spPr>
      </p:pic>
      <p:sp>
        <p:nvSpPr>
          <p:cNvPr id="5" name="Google Shape;82;p1">
            <a:extLst>
              <a:ext uri="{FF2B5EF4-FFF2-40B4-BE49-F238E27FC236}">
                <a16:creationId xmlns:a16="http://schemas.microsoft.com/office/drawing/2014/main" id="{D364B027-C16C-21D6-B7A0-B21D26A610FC}"/>
              </a:ext>
            </a:extLst>
          </p:cNvPr>
          <p:cNvSpPr txBox="1"/>
          <p:nvPr/>
        </p:nvSpPr>
        <p:spPr>
          <a:xfrm>
            <a:off x="3595161" y="2924049"/>
            <a:ext cx="5272392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4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3391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7065</TotalTime>
  <Words>31</Words>
  <Application>Microsoft Office PowerPoint</Application>
  <PresentationFormat>Widescreen</PresentationFormat>
  <Paragraphs>8</Paragraphs>
  <Slides>6</Slides>
  <Notes>2</Notes>
  <HiddenSlides>0</HiddenSlides>
  <MMClips>2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Matrix multiplication form of convolution</vt:lpstr>
      <vt:lpstr>Graphical illustration of convolution</vt:lpstr>
      <vt:lpstr>Let’s understand the signal</vt:lpstr>
      <vt:lpstr>Let’s plot magnitude of DFT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Chiranjeevi Yarra</cp:lastModifiedBy>
  <cp:revision>1</cp:revision>
  <dcterms:created xsi:type="dcterms:W3CDTF">2022-08-30T16:15:35Z</dcterms:created>
  <dcterms:modified xsi:type="dcterms:W3CDTF">2026-04-09T05:18:16Z</dcterms:modified>
</cp:coreProperties>
</file>