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334" r:id="rId3"/>
    <p:sldId id="320" r:id="rId4"/>
    <p:sldId id="336" r:id="rId5"/>
    <p:sldId id="339" r:id="rId6"/>
    <p:sldId id="338" r:id="rId7"/>
    <p:sldId id="33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jHxJftHCyAAjyyrAmXNYBBSdUI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44741-213E-4E77-AD13-57C9A27C1676}" v="5" dt="2026-02-19T06:41:54.209"/>
    <p1510:client id="{B729F7F9-9778-41FE-9CCC-61E214C6BD6B}" v="1" dt="2026-02-18T14:24:13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63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6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jeevi Yarra" userId="5ab1008c-8959-486f-a823-92244560f919" providerId="ADAL" clId="{6F8761E1-FCFC-4606-A129-F011CAB9EA5E}"/>
    <pc:docChg chg="undo custSel addSld delSld modSld">
      <pc:chgData name="Chiranjeevi Yarra" userId="5ab1008c-8959-486f-a823-92244560f919" providerId="ADAL" clId="{6F8761E1-FCFC-4606-A129-F011CAB9EA5E}" dt="2026-02-19T06:42:13.526" v="1392" actId="20577"/>
      <pc:docMkLst>
        <pc:docMk/>
      </pc:docMkLst>
      <pc:sldChg chg="modSp mod">
        <pc:chgData name="Chiranjeevi Yarra" userId="5ab1008c-8959-486f-a823-92244560f919" providerId="ADAL" clId="{6F8761E1-FCFC-4606-A129-F011CAB9EA5E}" dt="2026-02-19T04:58:12.747" v="946" actId="20577"/>
        <pc:sldMkLst>
          <pc:docMk/>
          <pc:sldMk cId="0" sldId="256"/>
        </pc:sldMkLst>
        <pc:spChg chg="mod">
          <ac:chgData name="Chiranjeevi Yarra" userId="5ab1008c-8959-486f-a823-92244560f919" providerId="ADAL" clId="{6F8761E1-FCFC-4606-A129-F011CAB9EA5E}" dt="2026-02-19T04:58:12.747" v="946" actId="20577"/>
          <ac:spMkLst>
            <pc:docMk/>
            <pc:sldMk cId="0" sldId="256"/>
            <ac:spMk id="82" creationId="{00000000-0000-0000-0000-000000000000}"/>
          </ac:spMkLst>
        </pc:spChg>
        <pc:spChg chg="mod">
          <ac:chgData name="Chiranjeevi Yarra" userId="5ab1008c-8959-486f-a823-92244560f919" providerId="ADAL" clId="{6F8761E1-FCFC-4606-A129-F011CAB9EA5E}" dt="2026-02-18T07:30:41.130" v="663" actId="20577"/>
          <ac:spMkLst>
            <pc:docMk/>
            <pc:sldMk cId="0" sldId="256"/>
            <ac:spMk id="84" creationId="{00000000-0000-0000-0000-000000000000}"/>
          </ac:spMkLst>
        </pc:spChg>
      </pc:sldChg>
      <pc:sldChg chg="addSp delSp modSp mod">
        <pc:chgData name="Chiranjeevi Yarra" userId="5ab1008c-8959-486f-a823-92244560f919" providerId="ADAL" clId="{6F8761E1-FCFC-4606-A129-F011CAB9EA5E}" dt="2026-02-19T05:44:08.053" v="1057" actId="14100"/>
        <pc:sldMkLst>
          <pc:docMk/>
          <pc:sldMk cId="208846805" sldId="320"/>
        </pc:sldMkLst>
        <pc:spChg chg="mod">
          <ac:chgData name="Chiranjeevi Yarra" userId="5ab1008c-8959-486f-a823-92244560f919" providerId="ADAL" clId="{6F8761E1-FCFC-4606-A129-F011CAB9EA5E}" dt="2026-02-19T05:43:29.404" v="1025" actId="20577"/>
          <ac:spMkLst>
            <pc:docMk/>
            <pc:sldMk cId="208846805" sldId="320"/>
            <ac:spMk id="2" creationId="{50260F02-9FB4-DB5A-C8F3-A970485E6638}"/>
          </ac:spMkLst>
        </pc:spChg>
        <pc:spChg chg="add del mod">
          <ac:chgData name="Chiranjeevi Yarra" userId="5ab1008c-8959-486f-a823-92244560f919" providerId="ADAL" clId="{6F8761E1-FCFC-4606-A129-F011CAB9EA5E}" dt="2026-02-19T05:44:08.053" v="1057" actId="14100"/>
          <ac:spMkLst>
            <pc:docMk/>
            <pc:sldMk cId="208846805" sldId="320"/>
            <ac:spMk id="3" creationId="{0FF3E27D-1656-78E3-3FD6-FE09B42A713C}"/>
          </ac:spMkLst>
        </pc:spChg>
        <pc:picChg chg="del mod modCrop">
          <ac:chgData name="Chiranjeevi Yarra" userId="5ab1008c-8959-486f-a823-92244560f919" providerId="ADAL" clId="{6F8761E1-FCFC-4606-A129-F011CAB9EA5E}" dt="2026-02-19T05:39:59.554" v="985" actId="478"/>
          <ac:picMkLst>
            <pc:docMk/>
            <pc:sldMk cId="208846805" sldId="320"/>
            <ac:picMk id="11" creationId="{4F42F3F3-5B7F-2F22-DC88-5786DB0FDB5F}"/>
          </ac:picMkLst>
        </pc:picChg>
      </pc:sldChg>
      <pc:sldChg chg="addSp delSp modSp mod delAnim">
        <pc:chgData name="Chiranjeevi Yarra" userId="5ab1008c-8959-486f-a823-92244560f919" providerId="ADAL" clId="{6F8761E1-FCFC-4606-A129-F011CAB9EA5E}" dt="2026-02-19T05:41:08.385" v="998"/>
        <pc:sldMkLst>
          <pc:docMk/>
          <pc:sldMk cId="2963404502" sldId="334"/>
        </pc:sldMkLst>
        <pc:spChg chg="add mod">
          <ac:chgData name="Chiranjeevi Yarra" userId="5ab1008c-8959-486f-a823-92244560f919" providerId="ADAL" clId="{6F8761E1-FCFC-4606-A129-F011CAB9EA5E}" dt="2026-02-19T05:41:08.385" v="998"/>
          <ac:spMkLst>
            <pc:docMk/>
            <pc:sldMk cId="2963404502" sldId="334"/>
            <ac:spMk id="2" creationId="{2585E9A1-46E4-1B6C-544D-2B9CF2A995F9}"/>
          </ac:spMkLst>
        </pc:spChg>
        <pc:spChg chg="mod">
          <ac:chgData name="Chiranjeevi Yarra" userId="5ab1008c-8959-486f-a823-92244560f919" providerId="ADAL" clId="{6F8761E1-FCFC-4606-A129-F011CAB9EA5E}" dt="2026-02-19T05:39:54.218" v="984" actId="20577"/>
          <ac:spMkLst>
            <pc:docMk/>
            <pc:sldMk cId="2963404502" sldId="334"/>
            <ac:spMk id="6" creationId="{274D0BA5-E09B-EF3D-D5F1-CF1330F74D98}"/>
          </ac:spMkLst>
        </pc:spChg>
        <pc:picChg chg="del">
          <ac:chgData name="Chiranjeevi Yarra" userId="5ab1008c-8959-486f-a823-92244560f919" providerId="ADAL" clId="{6F8761E1-FCFC-4606-A129-F011CAB9EA5E}" dt="2026-02-19T05:38:20.803" v="947" actId="478"/>
          <ac:picMkLst>
            <pc:docMk/>
            <pc:sldMk cId="2963404502" sldId="334"/>
            <ac:picMk id="4" creationId="{C9B7F3AA-FD69-C7C5-6B0C-91E4F264E1C1}"/>
          </ac:picMkLst>
        </pc:picChg>
        <pc:picChg chg="del">
          <ac:chgData name="Chiranjeevi Yarra" userId="5ab1008c-8959-486f-a823-92244560f919" providerId="ADAL" clId="{6F8761E1-FCFC-4606-A129-F011CAB9EA5E}" dt="2026-02-19T05:38:21.658" v="948" actId="478"/>
          <ac:picMkLst>
            <pc:docMk/>
            <pc:sldMk cId="2963404502" sldId="334"/>
            <ac:picMk id="5" creationId="{B84AE83B-8A68-A814-67B5-144B3FD6E21A}"/>
          </ac:picMkLst>
        </pc:picChg>
      </pc:sldChg>
      <pc:sldChg chg="addSp delSp modSp mod delAnim">
        <pc:chgData name="Chiranjeevi Yarra" userId="5ab1008c-8959-486f-a823-92244560f919" providerId="ADAL" clId="{6F8761E1-FCFC-4606-A129-F011CAB9EA5E}" dt="2026-02-19T06:33:24.228" v="1151" actId="20577"/>
        <pc:sldMkLst>
          <pc:docMk/>
          <pc:sldMk cId="342082252" sldId="336"/>
        </pc:sldMkLst>
        <pc:spChg chg="add mod">
          <ac:chgData name="Chiranjeevi Yarra" userId="5ab1008c-8959-486f-a823-92244560f919" providerId="ADAL" clId="{6F8761E1-FCFC-4606-A129-F011CAB9EA5E}" dt="2026-02-19T06:32:55.118" v="1147" actId="6549"/>
          <ac:spMkLst>
            <pc:docMk/>
            <pc:sldMk cId="342082252" sldId="336"/>
            <ac:spMk id="2" creationId="{6DE1CC09-BBE8-A557-2EA8-83EBE4F543EA}"/>
          </ac:spMkLst>
        </pc:spChg>
        <pc:spChg chg="mod">
          <ac:chgData name="Chiranjeevi Yarra" userId="5ab1008c-8959-486f-a823-92244560f919" providerId="ADAL" clId="{6F8761E1-FCFC-4606-A129-F011CAB9EA5E}" dt="2026-02-19T06:33:24.228" v="1151" actId="20577"/>
          <ac:spMkLst>
            <pc:docMk/>
            <pc:sldMk cId="342082252" sldId="336"/>
            <ac:spMk id="12" creationId="{3EC92880-23B9-7EC8-E434-CB1A10693040}"/>
          </ac:spMkLst>
        </pc:spChg>
        <pc:picChg chg="del mod">
          <ac:chgData name="Chiranjeevi Yarra" userId="5ab1008c-8959-486f-a823-92244560f919" providerId="ADAL" clId="{6F8761E1-FCFC-4606-A129-F011CAB9EA5E}" dt="2026-02-19T06:29:32.723" v="1058" actId="478"/>
          <ac:picMkLst>
            <pc:docMk/>
            <pc:sldMk cId="342082252" sldId="336"/>
            <ac:picMk id="5" creationId="{1E98FB31-DBF0-73A4-502A-F15CB47C8E25}"/>
          </ac:picMkLst>
        </pc:picChg>
        <pc:picChg chg="del mod">
          <ac:chgData name="Chiranjeevi Yarra" userId="5ab1008c-8959-486f-a823-92244560f919" providerId="ADAL" clId="{6F8761E1-FCFC-4606-A129-F011CAB9EA5E}" dt="2026-02-19T06:29:33.748" v="1059" actId="478"/>
          <ac:picMkLst>
            <pc:docMk/>
            <pc:sldMk cId="342082252" sldId="336"/>
            <ac:picMk id="9" creationId="{E896B317-F755-5F81-C3E7-4D9FC443A46F}"/>
          </ac:picMkLst>
        </pc:picChg>
      </pc:sldChg>
      <pc:sldChg chg="addSp delSp modSp new del mod">
        <pc:chgData name="Chiranjeevi Yarra" userId="5ab1008c-8959-486f-a823-92244560f919" providerId="ADAL" clId="{6F8761E1-FCFC-4606-A129-F011CAB9EA5E}" dt="2026-02-19T06:33:59.693" v="1152" actId="47"/>
        <pc:sldMkLst>
          <pc:docMk/>
          <pc:sldMk cId="110323638" sldId="337"/>
        </pc:sldMkLst>
      </pc:sldChg>
      <pc:sldChg chg="addSp delSp modSp add mod">
        <pc:chgData name="Chiranjeevi Yarra" userId="5ab1008c-8959-486f-a823-92244560f919" providerId="ADAL" clId="{6F8761E1-FCFC-4606-A129-F011CAB9EA5E}" dt="2026-02-19T06:37:08.909" v="1367" actId="1076"/>
        <pc:sldMkLst>
          <pc:docMk/>
          <pc:sldMk cId="2439539274" sldId="338"/>
        </pc:sldMkLst>
        <pc:spChg chg="add mod">
          <ac:chgData name="Chiranjeevi Yarra" userId="5ab1008c-8959-486f-a823-92244560f919" providerId="ADAL" clId="{6F8761E1-FCFC-4606-A129-F011CAB9EA5E}" dt="2026-02-19T06:37:08.909" v="1367" actId="1076"/>
          <ac:spMkLst>
            <pc:docMk/>
            <pc:sldMk cId="2439539274" sldId="338"/>
            <ac:spMk id="2" creationId="{0D52614A-13A2-3947-5A2A-1F3C7EB7BFAE}"/>
          </ac:spMkLst>
        </pc:spChg>
        <pc:spChg chg="add del mod">
          <ac:chgData name="Chiranjeevi Yarra" userId="5ab1008c-8959-486f-a823-92244560f919" providerId="ADAL" clId="{6F8761E1-FCFC-4606-A129-F011CAB9EA5E}" dt="2026-02-19T06:37:05.984" v="1366" actId="478"/>
          <ac:spMkLst>
            <pc:docMk/>
            <pc:sldMk cId="2439539274" sldId="338"/>
            <ac:spMk id="5" creationId="{70F27CFB-A519-D79F-BBAA-0A0BD24DBF9B}"/>
          </ac:spMkLst>
        </pc:spChg>
        <pc:spChg chg="del mod">
          <ac:chgData name="Chiranjeevi Yarra" userId="5ab1008c-8959-486f-a823-92244560f919" providerId="ADAL" clId="{6F8761E1-FCFC-4606-A129-F011CAB9EA5E}" dt="2026-02-19T06:37:02.231" v="1365" actId="478"/>
          <ac:spMkLst>
            <pc:docMk/>
            <pc:sldMk cId="2439539274" sldId="338"/>
            <ac:spMk id="8" creationId="{67F7BFB2-1026-15A1-408C-CA56719360F9}"/>
          </ac:spMkLst>
        </pc:spChg>
        <pc:picChg chg="add del mod modCrop">
          <ac:chgData name="Chiranjeevi Yarra" userId="5ab1008c-8959-486f-a823-92244560f919" providerId="ADAL" clId="{6F8761E1-FCFC-4606-A129-F011CAB9EA5E}" dt="2026-02-19T06:31:44.671" v="1119" actId="478"/>
          <ac:picMkLst>
            <pc:docMk/>
            <pc:sldMk cId="2439539274" sldId="338"/>
            <ac:picMk id="3" creationId="{5FBD0392-9639-569C-412E-E3EA84D546F0}"/>
          </ac:picMkLst>
        </pc:picChg>
      </pc:sldChg>
      <pc:sldChg chg="addSp delSp modSp add del mod modAnim">
        <pc:chgData name="Chiranjeevi Yarra" userId="5ab1008c-8959-486f-a823-92244560f919" providerId="ADAL" clId="{6F8761E1-FCFC-4606-A129-F011CAB9EA5E}" dt="2026-02-19T06:34:00.833" v="1153" actId="47"/>
        <pc:sldMkLst>
          <pc:docMk/>
          <pc:sldMk cId="415502551" sldId="339"/>
        </pc:sldMkLst>
      </pc:sldChg>
      <pc:sldChg chg="modSp add mod">
        <pc:chgData name="Chiranjeevi Yarra" userId="5ab1008c-8959-486f-a823-92244560f919" providerId="ADAL" clId="{6F8761E1-FCFC-4606-A129-F011CAB9EA5E}" dt="2026-02-19T06:42:13.526" v="1392" actId="20577"/>
        <pc:sldMkLst>
          <pc:docMk/>
          <pc:sldMk cId="464065978" sldId="339"/>
        </pc:sldMkLst>
        <pc:spChg chg="mod">
          <ac:chgData name="Chiranjeevi Yarra" userId="5ab1008c-8959-486f-a823-92244560f919" providerId="ADAL" clId="{6F8761E1-FCFC-4606-A129-F011CAB9EA5E}" dt="2026-02-19T06:42:13.526" v="1392" actId="20577"/>
          <ac:spMkLst>
            <pc:docMk/>
            <pc:sldMk cId="464065978" sldId="339"/>
            <ac:spMk id="12" creationId="{983E4103-0896-B738-325F-57C63CD60B01}"/>
          </ac:spMkLst>
        </pc:spChg>
      </pc:sldChg>
      <pc:sldChg chg="addSp delSp modSp add del mod delAnim modAnim">
        <pc:chgData name="Chiranjeevi Yarra" userId="5ab1008c-8959-486f-a823-92244560f919" providerId="ADAL" clId="{6F8761E1-FCFC-4606-A129-F011CAB9EA5E}" dt="2026-02-19T06:34:01.897" v="1154" actId="47"/>
        <pc:sldMkLst>
          <pc:docMk/>
          <pc:sldMk cId="3996982458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 txBox="1"/>
          <p:nvPr/>
        </p:nvSpPr>
        <p:spPr>
          <a:xfrm>
            <a:off x="11290300" y="6365536"/>
            <a:ext cx="78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969939" y="3287845"/>
            <a:ext cx="980056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can the signals be processed for AI?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54665" y="4291943"/>
            <a:ext cx="259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Chiranjeevi Yarra</a:t>
            </a:r>
          </a:p>
        </p:txBody>
      </p:sp>
      <p:sp>
        <p:nvSpPr>
          <p:cNvPr id="84" name="Google Shape;84;p1"/>
          <p:cNvSpPr txBox="1"/>
          <p:nvPr/>
        </p:nvSpPr>
        <p:spPr>
          <a:xfrm>
            <a:off x="10995497" y="6475910"/>
            <a:ext cx="2590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20 / 02/ 2026</a:t>
            </a:r>
            <a:endParaRPr sz="1200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74D0BA5-E09B-EF3D-D5F1-CF1330F7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735"/>
            <a:ext cx="10515600" cy="795953"/>
          </a:xfrm>
        </p:spPr>
        <p:txBody>
          <a:bodyPr/>
          <a:lstStyle/>
          <a:p>
            <a:r>
              <a:rPr lang="en-IN" dirty="0"/>
              <a:t>What is input format for AI process?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5E9A1-46E4-1B6C-544D-2B9CF2A995F9}"/>
              </a:ext>
            </a:extLst>
          </p:cNvPr>
          <p:cNvSpPr txBox="1">
            <a:spLocks/>
          </p:cNvSpPr>
          <p:nvPr/>
        </p:nvSpPr>
        <p:spPr>
          <a:xfrm>
            <a:off x="622821" y="4459912"/>
            <a:ext cx="10987288" cy="203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Can it be decomposed?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How to process the signal to obtain two signals?</a:t>
            </a:r>
          </a:p>
        </p:txBody>
      </p:sp>
    </p:spTree>
    <p:extLst>
      <p:ext uri="{BB962C8B-B14F-4D97-AF65-F5344CB8AC3E}">
        <p14:creationId xmlns:p14="http://schemas.microsoft.com/office/powerpoint/2010/main" val="296340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0F02-9FB4-DB5A-C8F3-A970485E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735"/>
            <a:ext cx="10515600" cy="795953"/>
          </a:xfrm>
        </p:spPr>
        <p:txBody>
          <a:bodyPr/>
          <a:lstStyle/>
          <a:p>
            <a:r>
              <a:rPr lang="en-US" dirty="0"/>
              <a:t>How to sample the signal?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F3E27D-1656-78E3-3FD6-FE09B42A713C}"/>
              </a:ext>
            </a:extLst>
          </p:cNvPr>
          <p:cNvSpPr txBox="1">
            <a:spLocks/>
          </p:cNvSpPr>
          <p:nvPr/>
        </p:nvSpPr>
        <p:spPr>
          <a:xfrm>
            <a:off x="1094509" y="3189462"/>
            <a:ext cx="7871466" cy="79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/>
              <a:t>Matlab</a:t>
            </a:r>
            <a:r>
              <a:rPr lang="en-IN" dirty="0"/>
              <a:t>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884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EC92880-23B9-7EC8-E434-CB1A1069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How can effective samples be obtained?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1CC09-BBE8-A557-2EA8-83EBE4F543EA}"/>
              </a:ext>
            </a:extLst>
          </p:cNvPr>
          <p:cNvSpPr txBox="1">
            <a:spLocks/>
          </p:cNvSpPr>
          <p:nvPr/>
        </p:nvSpPr>
        <p:spPr>
          <a:xfrm>
            <a:off x="1094509" y="3189462"/>
            <a:ext cx="7871466" cy="79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Sampling process</a:t>
            </a:r>
          </a:p>
        </p:txBody>
      </p:sp>
    </p:spTree>
    <p:extLst>
      <p:ext uri="{BB962C8B-B14F-4D97-AF65-F5344CB8AC3E}">
        <p14:creationId xmlns:p14="http://schemas.microsoft.com/office/powerpoint/2010/main" val="34208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91EF-579A-869D-C037-0342A307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3E4103-0896-B738-325F-57C63CD6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How can be obtained for an </a:t>
            </a:r>
            <a:r>
              <a:rPr lang="en-IN" sz="4000"/>
              <a:t>harmonic signal?</a:t>
            </a:r>
            <a:endParaRPr lang="en-IN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AD80B-A12F-C090-8358-72116DDCE84A}"/>
              </a:ext>
            </a:extLst>
          </p:cNvPr>
          <p:cNvSpPr txBox="1">
            <a:spLocks/>
          </p:cNvSpPr>
          <p:nvPr/>
        </p:nvSpPr>
        <p:spPr>
          <a:xfrm>
            <a:off x="1094509" y="3189462"/>
            <a:ext cx="7871466" cy="79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Sampling process</a:t>
            </a:r>
          </a:p>
        </p:txBody>
      </p:sp>
    </p:spTree>
    <p:extLst>
      <p:ext uri="{BB962C8B-B14F-4D97-AF65-F5344CB8AC3E}">
        <p14:creationId xmlns:p14="http://schemas.microsoft.com/office/powerpoint/2010/main" val="464065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63B2-47BB-5551-73D7-CB5F1B5D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614A-13A2-3947-5A2A-1F3C7EB7BFAE}"/>
              </a:ext>
            </a:extLst>
          </p:cNvPr>
          <p:cNvSpPr txBox="1">
            <a:spLocks/>
          </p:cNvSpPr>
          <p:nvPr/>
        </p:nvSpPr>
        <p:spPr>
          <a:xfrm>
            <a:off x="639272" y="1626499"/>
            <a:ext cx="11199376" cy="406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What is the difference between </a:t>
            </a:r>
            <a:r>
              <a:rPr lang="en-IN" dirty="0" err="1"/>
              <a:t>analog</a:t>
            </a:r>
            <a:r>
              <a:rPr lang="en-IN" dirty="0"/>
              <a:t>, discrete and digital?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Does the sampled signal always periodic if </a:t>
            </a:r>
            <a:r>
              <a:rPr lang="en-IN" dirty="0" err="1"/>
              <a:t>analog</a:t>
            </a:r>
            <a:r>
              <a:rPr lang="en-IN" dirty="0"/>
              <a:t> signal is periodic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How to choose sampling frequency in real scenarios?</a:t>
            </a:r>
          </a:p>
        </p:txBody>
      </p:sp>
    </p:spTree>
    <p:extLst>
      <p:ext uri="{BB962C8B-B14F-4D97-AF65-F5344CB8AC3E}">
        <p14:creationId xmlns:p14="http://schemas.microsoft.com/office/powerpoint/2010/main" val="243953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331-A207-A862-E67E-F95981BA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280D-A05D-3138-34ED-512D07FA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AE2CB-8DF8-6779-A5EE-728A0AA0A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7786" cy="6871992"/>
          </a:xfrm>
          <a:prstGeom prst="rect">
            <a:avLst/>
          </a:prstGeom>
        </p:spPr>
      </p:pic>
      <p:sp>
        <p:nvSpPr>
          <p:cNvPr id="5" name="Google Shape;82;p1">
            <a:extLst>
              <a:ext uri="{FF2B5EF4-FFF2-40B4-BE49-F238E27FC236}">
                <a16:creationId xmlns:a16="http://schemas.microsoft.com/office/drawing/2014/main" id="{D364B027-C16C-21D6-B7A0-B21D26A610FC}"/>
              </a:ext>
            </a:extLst>
          </p:cNvPr>
          <p:cNvSpPr txBox="1"/>
          <p:nvPr/>
        </p:nvSpPr>
        <p:spPr>
          <a:xfrm>
            <a:off x="3595161" y="2924049"/>
            <a:ext cx="52723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7022</TotalTime>
  <Words>100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What is input format for AI process?</vt:lpstr>
      <vt:lpstr>How to sample the signal?</vt:lpstr>
      <vt:lpstr>How can effective samples be obtained?</vt:lpstr>
      <vt:lpstr>How can be obtained for an harmonic signal?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Chiranjeevi Yarra</cp:lastModifiedBy>
  <cp:revision>1</cp:revision>
  <dcterms:created xsi:type="dcterms:W3CDTF">2022-08-30T16:15:35Z</dcterms:created>
  <dcterms:modified xsi:type="dcterms:W3CDTF">2026-02-19T06:42:14Z</dcterms:modified>
</cp:coreProperties>
</file>